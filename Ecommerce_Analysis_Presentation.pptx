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bubhadd1994@outlook.com" userId="d011d92bb9744519" providerId="LiveId" clId="{376AE1A7-408A-43B3-A95E-D90FAFD0B780}"/>
    <pc:docChg chg="custSel modSld">
      <pc:chgData name="shibubhadd1994@outlook.com" userId="d011d92bb9744519" providerId="LiveId" clId="{376AE1A7-408A-43B3-A95E-D90FAFD0B780}" dt="2026-05-18T10:44:26.214" v="481" actId="14100"/>
      <pc:docMkLst>
        <pc:docMk/>
      </pc:docMkLst>
      <pc:sldChg chg="addSp delSp modSp mod">
        <pc:chgData name="shibubhadd1994@outlook.com" userId="d011d92bb9744519" providerId="LiveId" clId="{376AE1A7-408A-43B3-A95E-D90FAFD0B780}" dt="2026-05-17T16:49:46.246" v="74" actId="14100"/>
        <pc:sldMkLst>
          <pc:docMk/>
          <pc:sldMk cId="0" sldId="260"/>
        </pc:sldMkLst>
        <pc:picChg chg="del">
          <ac:chgData name="shibubhadd1994@outlook.com" userId="d011d92bb9744519" providerId="LiveId" clId="{376AE1A7-408A-43B3-A95E-D90FAFD0B780}" dt="2026-05-17T16:40:22.544" v="0" actId="478"/>
          <ac:picMkLst>
            <pc:docMk/>
            <pc:sldMk cId="0" sldId="260"/>
            <ac:picMk id="10" creationId="{00000000-0000-0000-0000-000000000000}"/>
          </ac:picMkLst>
        </pc:picChg>
        <pc:picChg chg="mod">
          <ac:chgData name="shibubhadd1994@outlook.com" userId="d011d92bb9744519" providerId="LiveId" clId="{376AE1A7-408A-43B3-A95E-D90FAFD0B780}" dt="2026-05-17T16:42:49.327" v="31" actId="1076"/>
          <ac:picMkLst>
            <pc:docMk/>
            <pc:sldMk cId="0" sldId="260"/>
            <ac:picMk id="11" creationId="{00000000-0000-0000-0000-000000000000}"/>
          </ac:picMkLst>
        </pc:picChg>
        <pc:picChg chg="mod">
          <ac:chgData name="shibubhadd1994@outlook.com" userId="d011d92bb9744519" providerId="LiveId" clId="{376AE1A7-408A-43B3-A95E-D90FAFD0B780}" dt="2026-05-17T16:41:17.989" v="12" actId="1076"/>
          <ac:picMkLst>
            <pc:docMk/>
            <pc:sldMk cId="0" sldId="260"/>
            <ac:picMk id="17" creationId="{00000000-0000-0000-0000-000000000000}"/>
          </ac:picMkLst>
        </pc:picChg>
        <pc:picChg chg="add mod">
          <ac:chgData name="shibubhadd1994@outlook.com" userId="d011d92bb9744519" providerId="LiveId" clId="{376AE1A7-408A-43B3-A95E-D90FAFD0B780}" dt="2026-05-17T16:47:49.010" v="65" actId="14100"/>
          <ac:picMkLst>
            <pc:docMk/>
            <pc:sldMk cId="0" sldId="260"/>
            <ac:picMk id="20" creationId="{B7BD4ACE-FB18-92D3-168F-6DCF21037DED}"/>
          </ac:picMkLst>
        </pc:picChg>
        <pc:picChg chg="del mod">
          <ac:chgData name="shibubhadd1994@outlook.com" userId="d011d92bb9744519" providerId="LiveId" clId="{376AE1A7-408A-43B3-A95E-D90FAFD0B780}" dt="2026-05-17T16:40:35.126" v="2" actId="478"/>
          <ac:picMkLst>
            <pc:docMk/>
            <pc:sldMk cId="0" sldId="260"/>
            <ac:picMk id="21" creationId="{1E663004-DBD0-A221-B052-A8FE35311B83}"/>
          </ac:picMkLst>
        </pc:picChg>
        <pc:picChg chg="add mod">
          <ac:chgData name="shibubhadd1994@outlook.com" userId="d011d92bb9744519" providerId="LiveId" clId="{376AE1A7-408A-43B3-A95E-D90FAFD0B780}" dt="2026-05-17T16:49:46.246" v="74" actId="14100"/>
          <ac:picMkLst>
            <pc:docMk/>
            <pc:sldMk cId="0" sldId="260"/>
            <ac:picMk id="23" creationId="{D67F91DF-96E6-68C7-6D05-F81DFD5B9F9E}"/>
          </ac:picMkLst>
        </pc:picChg>
      </pc:sldChg>
      <pc:sldChg chg="addSp delSp modSp mod">
        <pc:chgData name="shibubhadd1994@outlook.com" userId="d011d92bb9744519" providerId="LiveId" clId="{376AE1A7-408A-43B3-A95E-D90FAFD0B780}" dt="2026-05-17T16:56:26.466" v="97" actId="14100"/>
        <pc:sldMkLst>
          <pc:docMk/>
          <pc:sldMk cId="0" sldId="261"/>
        </pc:sldMkLst>
        <pc:picChg chg="del">
          <ac:chgData name="shibubhadd1994@outlook.com" userId="d011d92bb9744519" providerId="LiveId" clId="{376AE1A7-408A-43B3-A95E-D90FAFD0B780}" dt="2026-05-17T16:41:34.921" v="13" actId="478"/>
          <ac:picMkLst>
            <pc:docMk/>
            <pc:sldMk cId="0" sldId="261"/>
            <ac:picMk id="10" creationId="{00000000-0000-0000-0000-000000000000}"/>
          </ac:picMkLst>
        </pc:picChg>
        <pc:picChg chg="mod">
          <ac:chgData name="shibubhadd1994@outlook.com" userId="d011d92bb9744519" providerId="LiveId" clId="{376AE1A7-408A-43B3-A95E-D90FAFD0B780}" dt="2026-05-17T16:42:33.513" v="27" actId="14100"/>
          <ac:picMkLst>
            <pc:docMk/>
            <pc:sldMk cId="0" sldId="261"/>
            <ac:picMk id="11" creationId="{00000000-0000-0000-0000-000000000000}"/>
          </ac:picMkLst>
        </pc:picChg>
        <pc:picChg chg="del">
          <ac:chgData name="shibubhadd1994@outlook.com" userId="d011d92bb9744519" providerId="LiveId" clId="{376AE1A7-408A-43B3-A95E-D90FAFD0B780}" dt="2026-05-17T16:42:01.106" v="22" actId="478"/>
          <ac:picMkLst>
            <pc:docMk/>
            <pc:sldMk cId="0" sldId="261"/>
            <ac:picMk id="16" creationId="{00000000-0000-0000-0000-000000000000}"/>
          </ac:picMkLst>
        </pc:picChg>
        <pc:picChg chg="add mod">
          <ac:chgData name="shibubhadd1994@outlook.com" userId="d011d92bb9744519" providerId="LiveId" clId="{376AE1A7-408A-43B3-A95E-D90FAFD0B780}" dt="2026-05-17T16:54:41.544" v="89" actId="1076"/>
          <ac:picMkLst>
            <pc:docMk/>
            <pc:sldMk cId="0" sldId="261"/>
            <ac:picMk id="21" creationId="{839D09CC-6B32-6491-6CB6-59C4ECD0FAB7}"/>
          </ac:picMkLst>
        </pc:picChg>
        <pc:picChg chg="add mod">
          <ac:chgData name="shibubhadd1994@outlook.com" userId="d011d92bb9744519" providerId="LiveId" clId="{376AE1A7-408A-43B3-A95E-D90FAFD0B780}" dt="2026-05-17T16:56:26.466" v="97" actId="14100"/>
          <ac:picMkLst>
            <pc:docMk/>
            <pc:sldMk cId="0" sldId="261"/>
            <ac:picMk id="23" creationId="{B099C1F2-F1EA-CE43-05C6-D2D7CE9A6C94}"/>
          </ac:picMkLst>
        </pc:picChg>
      </pc:sldChg>
      <pc:sldChg chg="addSp delSp modSp mod">
        <pc:chgData name="shibubhadd1994@outlook.com" userId="d011d92bb9744519" providerId="LiveId" clId="{376AE1A7-408A-43B3-A95E-D90FAFD0B780}" dt="2026-05-17T17:01:39.600" v="109" actId="14100"/>
        <pc:sldMkLst>
          <pc:docMk/>
          <pc:sldMk cId="0" sldId="262"/>
        </pc:sldMkLst>
        <pc:picChg chg="del">
          <ac:chgData name="shibubhadd1994@outlook.com" userId="d011d92bb9744519" providerId="LiveId" clId="{376AE1A7-408A-43B3-A95E-D90FAFD0B780}" dt="2026-05-17T16:42:55.831" v="32" actId="478"/>
          <ac:picMkLst>
            <pc:docMk/>
            <pc:sldMk cId="0" sldId="262"/>
            <ac:picMk id="10" creationId="{00000000-0000-0000-0000-000000000000}"/>
          </ac:picMkLst>
        </pc:picChg>
        <pc:picChg chg="del">
          <ac:chgData name="shibubhadd1994@outlook.com" userId="d011d92bb9744519" providerId="LiveId" clId="{376AE1A7-408A-43B3-A95E-D90FAFD0B780}" dt="2026-05-17T16:42:59.278" v="33" actId="478"/>
          <ac:picMkLst>
            <pc:docMk/>
            <pc:sldMk cId="0" sldId="262"/>
            <ac:picMk id="16" creationId="{00000000-0000-0000-0000-000000000000}"/>
          </ac:picMkLst>
        </pc:picChg>
        <pc:picChg chg="mod">
          <ac:chgData name="shibubhadd1994@outlook.com" userId="d011d92bb9744519" providerId="LiveId" clId="{376AE1A7-408A-43B3-A95E-D90FAFD0B780}" dt="2026-05-17T17:01:39.600" v="109" actId="14100"/>
          <ac:picMkLst>
            <pc:docMk/>
            <pc:sldMk cId="0" sldId="262"/>
            <ac:picMk id="17" creationId="{00000000-0000-0000-0000-000000000000}"/>
          </ac:picMkLst>
        </pc:picChg>
        <pc:picChg chg="add mod">
          <ac:chgData name="shibubhadd1994@outlook.com" userId="d011d92bb9744519" providerId="LiveId" clId="{376AE1A7-408A-43B3-A95E-D90FAFD0B780}" dt="2026-05-17T17:00:12.411" v="101" actId="14100"/>
          <ac:picMkLst>
            <pc:docMk/>
            <pc:sldMk cId="0" sldId="262"/>
            <ac:picMk id="21" creationId="{419C637B-5E38-75A7-6D78-968978A1E961}"/>
          </ac:picMkLst>
        </pc:picChg>
        <pc:picChg chg="add mod">
          <ac:chgData name="shibubhadd1994@outlook.com" userId="d011d92bb9744519" providerId="LiveId" clId="{376AE1A7-408A-43B3-A95E-D90FAFD0B780}" dt="2026-05-17T17:01:27.363" v="106" actId="14100"/>
          <ac:picMkLst>
            <pc:docMk/>
            <pc:sldMk cId="0" sldId="262"/>
            <ac:picMk id="23" creationId="{428BF50F-E223-799D-577F-238B54BE6C98}"/>
          </ac:picMkLst>
        </pc:picChg>
      </pc:sldChg>
      <pc:sldChg chg="addSp delSp modSp mod">
        <pc:chgData name="shibubhadd1994@outlook.com" userId="d011d92bb9744519" providerId="LiveId" clId="{376AE1A7-408A-43B3-A95E-D90FAFD0B780}" dt="2026-05-17T17:08:29.643" v="125" actId="14100"/>
        <pc:sldMkLst>
          <pc:docMk/>
          <pc:sldMk cId="0" sldId="263"/>
        </pc:sldMkLst>
        <pc:picChg chg="del">
          <ac:chgData name="shibubhadd1994@outlook.com" userId="d011d92bb9744519" providerId="LiveId" clId="{376AE1A7-408A-43B3-A95E-D90FAFD0B780}" dt="2026-05-17T16:43:03.104" v="34" actId="478"/>
          <ac:picMkLst>
            <pc:docMk/>
            <pc:sldMk cId="0" sldId="263"/>
            <ac:picMk id="10" creationId="{00000000-0000-0000-0000-000000000000}"/>
          </ac:picMkLst>
        </pc:picChg>
        <pc:picChg chg="del">
          <ac:chgData name="shibubhadd1994@outlook.com" userId="d011d92bb9744519" providerId="LiveId" clId="{376AE1A7-408A-43B3-A95E-D90FAFD0B780}" dt="2026-05-17T16:43:06.088" v="35" actId="478"/>
          <ac:picMkLst>
            <pc:docMk/>
            <pc:sldMk cId="0" sldId="263"/>
            <ac:picMk id="16" creationId="{00000000-0000-0000-0000-000000000000}"/>
          </ac:picMkLst>
        </pc:picChg>
        <pc:picChg chg="mod">
          <ac:chgData name="shibubhadd1994@outlook.com" userId="d011d92bb9744519" providerId="LiveId" clId="{376AE1A7-408A-43B3-A95E-D90FAFD0B780}" dt="2026-05-17T17:08:29.643" v="125" actId="14100"/>
          <ac:picMkLst>
            <pc:docMk/>
            <pc:sldMk cId="0" sldId="263"/>
            <ac:picMk id="17" creationId="{00000000-0000-0000-0000-000000000000}"/>
          </ac:picMkLst>
        </pc:picChg>
        <pc:picChg chg="add mod">
          <ac:chgData name="shibubhadd1994@outlook.com" userId="d011d92bb9744519" providerId="LiveId" clId="{376AE1A7-408A-43B3-A95E-D90FAFD0B780}" dt="2026-05-17T17:06:10.648" v="113" actId="14100"/>
          <ac:picMkLst>
            <pc:docMk/>
            <pc:sldMk cId="0" sldId="263"/>
            <ac:picMk id="21" creationId="{E22AD862-4B18-4508-4206-4610EE859058}"/>
          </ac:picMkLst>
        </pc:picChg>
        <pc:picChg chg="add mod">
          <ac:chgData name="shibubhadd1994@outlook.com" userId="d011d92bb9744519" providerId="LiveId" clId="{376AE1A7-408A-43B3-A95E-D90FAFD0B780}" dt="2026-05-17T17:08:13.997" v="123" actId="1076"/>
          <ac:picMkLst>
            <pc:docMk/>
            <pc:sldMk cId="0" sldId="263"/>
            <ac:picMk id="23" creationId="{AE6D24C1-25A2-11A1-C6B6-6225EABDE7B6}"/>
          </ac:picMkLst>
        </pc:picChg>
      </pc:sldChg>
      <pc:sldChg chg="addSp delSp modSp mod">
        <pc:chgData name="shibubhadd1994@outlook.com" userId="d011d92bb9744519" providerId="LiveId" clId="{376AE1A7-408A-43B3-A95E-D90FAFD0B780}" dt="2026-05-17T17:14:17.722" v="146" actId="14100"/>
        <pc:sldMkLst>
          <pc:docMk/>
          <pc:sldMk cId="0" sldId="264"/>
        </pc:sldMkLst>
        <pc:picChg chg="del">
          <ac:chgData name="shibubhadd1994@outlook.com" userId="d011d92bb9744519" providerId="LiveId" clId="{376AE1A7-408A-43B3-A95E-D90FAFD0B780}" dt="2026-05-17T16:43:14.363" v="37" actId="478"/>
          <ac:picMkLst>
            <pc:docMk/>
            <pc:sldMk cId="0" sldId="264"/>
            <ac:picMk id="10" creationId="{00000000-0000-0000-0000-000000000000}"/>
          </ac:picMkLst>
        </pc:picChg>
        <pc:picChg chg="del">
          <ac:chgData name="shibubhadd1994@outlook.com" userId="d011d92bb9744519" providerId="LiveId" clId="{376AE1A7-408A-43B3-A95E-D90FAFD0B780}" dt="2026-05-17T16:43:11.903" v="36" actId="478"/>
          <ac:picMkLst>
            <pc:docMk/>
            <pc:sldMk cId="0" sldId="264"/>
            <ac:picMk id="16" creationId="{00000000-0000-0000-0000-000000000000}"/>
          </ac:picMkLst>
        </pc:picChg>
        <pc:picChg chg="mod">
          <ac:chgData name="shibubhadd1994@outlook.com" userId="d011d92bb9744519" providerId="LiveId" clId="{376AE1A7-408A-43B3-A95E-D90FAFD0B780}" dt="2026-05-17T17:14:11.309" v="145" actId="14100"/>
          <ac:picMkLst>
            <pc:docMk/>
            <pc:sldMk cId="0" sldId="264"/>
            <ac:picMk id="17" creationId="{00000000-0000-0000-0000-000000000000}"/>
          </ac:picMkLst>
        </pc:picChg>
        <pc:picChg chg="add mod">
          <ac:chgData name="shibubhadd1994@outlook.com" userId="d011d92bb9744519" providerId="LiveId" clId="{376AE1A7-408A-43B3-A95E-D90FAFD0B780}" dt="2026-05-17T17:11:36.920" v="129" actId="14100"/>
          <ac:picMkLst>
            <pc:docMk/>
            <pc:sldMk cId="0" sldId="264"/>
            <ac:picMk id="21" creationId="{E92C1708-EBB4-F949-CE07-E1F04803F846}"/>
          </ac:picMkLst>
        </pc:picChg>
        <pc:picChg chg="add mod">
          <ac:chgData name="shibubhadd1994@outlook.com" userId="d011d92bb9744519" providerId="LiveId" clId="{376AE1A7-408A-43B3-A95E-D90FAFD0B780}" dt="2026-05-17T17:14:17.722" v="146" actId="14100"/>
          <ac:picMkLst>
            <pc:docMk/>
            <pc:sldMk cId="0" sldId="264"/>
            <ac:picMk id="23" creationId="{0625BBB2-EB0C-D4A2-F7AF-E03E37106EA5}"/>
          </ac:picMkLst>
        </pc:picChg>
      </pc:sldChg>
      <pc:sldChg chg="addSp delSp modSp mod">
        <pc:chgData name="shibubhadd1994@outlook.com" userId="d011d92bb9744519" providerId="LiveId" clId="{376AE1A7-408A-43B3-A95E-D90FAFD0B780}" dt="2026-05-17T17:20:26.126" v="161" actId="14100"/>
        <pc:sldMkLst>
          <pc:docMk/>
          <pc:sldMk cId="0" sldId="265"/>
        </pc:sldMkLst>
        <pc:picChg chg="del">
          <ac:chgData name="shibubhadd1994@outlook.com" userId="d011d92bb9744519" providerId="LiveId" clId="{376AE1A7-408A-43B3-A95E-D90FAFD0B780}" dt="2026-05-17T16:43:25.883" v="38" actId="478"/>
          <ac:picMkLst>
            <pc:docMk/>
            <pc:sldMk cId="0" sldId="265"/>
            <ac:picMk id="10" creationId="{00000000-0000-0000-0000-000000000000}"/>
          </ac:picMkLst>
        </pc:picChg>
        <pc:picChg chg="del">
          <ac:chgData name="shibubhadd1994@outlook.com" userId="d011d92bb9744519" providerId="LiveId" clId="{376AE1A7-408A-43B3-A95E-D90FAFD0B780}" dt="2026-05-17T16:43:29.287" v="39" actId="478"/>
          <ac:picMkLst>
            <pc:docMk/>
            <pc:sldMk cId="0" sldId="265"/>
            <ac:picMk id="16" creationId="{00000000-0000-0000-0000-000000000000}"/>
          </ac:picMkLst>
        </pc:picChg>
        <pc:picChg chg="mod">
          <ac:chgData name="shibubhadd1994@outlook.com" userId="d011d92bb9744519" providerId="LiveId" clId="{376AE1A7-408A-43B3-A95E-D90FAFD0B780}" dt="2026-05-17T17:20:14.054" v="159" actId="14100"/>
          <ac:picMkLst>
            <pc:docMk/>
            <pc:sldMk cId="0" sldId="265"/>
            <ac:picMk id="17" creationId="{00000000-0000-0000-0000-000000000000}"/>
          </ac:picMkLst>
        </pc:picChg>
        <pc:picChg chg="add mod">
          <ac:chgData name="shibubhadd1994@outlook.com" userId="d011d92bb9744519" providerId="LiveId" clId="{376AE1A7-408A-43B3-A95E-D90FAFD0B780}" dt="2026-05-17T17:18:02.106" v="152" actId="14100"/>
          <ac:picMkLst>
            <pc:docMk/>
            <pc:sldMk cId="0" sldId="265"/>
            <ac:picMk id="21" creationId="{14376DEA-2B97-28CF-B4D7-3DE4F31FE953}"/>
          </ac:picMkLst>
        </pc:picChg>
        <pc:picChg chg="add mod">
          <ac:chgData name="shibubhadd1994@outlook.com" userId="d011d92bb9744519" providerId="LiveId" clId="{376AE1A7-408A-43B3-A95E-D90FAFD0B780}" dt="2026-05-17T17:20:26.126" v="161" actId="14100"/>
          <ac:picMkLst>
            <pc:docMk/>
            <pc:sldMk cId="0" sldId="265"/>
            <ac:picMk id="23" creationId="{A7E0861C-E7A8-AAD2-6A98-3C788E24B299}"/>
          </ac:picMkLst>
        </pc:picChg>
      </pc:sldChg>
      <pc:sldChg chg="addSp delSp modSp mod">
        <pc:chgData name="shibubhadd1994@outlook.com" userId="d011d92bb9744519" providerId="LiveId" clId="{376AE1A7-408A-43B3-A95E-D90FAFD0B780}" dt="2026-05-17T17:27:42.920" v="171" actId="14100"/>
        <pc:sldMkLst>
          <pc:docMk/>
          <pc:sldMk cId="0" sldId="266"/>
        </pc:sldMkLst>
        <pc:picChg chg="del">
          <ac:chgData name="shibubhadd1994@outlook.com" userId="d011d92bb9744519" providerId="LiveId" clId="{376AE1A7-408A-43B3-A95E-D90FAFD0B780}" dt="2026-05-17T16:43:33.087" v="40" actId="478"/>
          <ac:picMkLst>
            <pc:docMk/>
            <pc:sldMk cId="0" sldId="266"/>
            <ac:picMk id="10" creationId="{00000000-0000-0000-0000-000000000000}"/>
          </ac:picMkLst>
        </pc:picChg>
        <pc:picChg chg="del">
          <ac:chgData name="shibubhadd1994@outlook.com" userId="d011d92bb9744519" providerId="LiveId" clId="{376AE1A7-408A-43B3-A95E-D90FAFD0B780}" dt="2026-05-17T16:43:35.542" v="41" actId="478"/>
          <ac:picMkLst>
            <pc:docMk/>
            <pc:sldMk cId="0" sldId="266"/>
            <ac:picMk id="16" creationId="{00000000-0000-0000-0000-000000000000}"/>
          </ac:picMkLst>
        </pc:picChg>
        <pc:picChg chg="add mod">
          <ac:chgData name="shibubhadd1994@outlook.com" userId="d011d92bb9744519" providerId="LiveId" clId="{376AE1A7-408A-43B3-A95E-D90FAFD0B780}" dt="2026-05-17T17:25:15.267" v="165" actId="14100"/>
          <ac:picMkLst>
            <pc:docMk/>
            <pc:sldMk cId="0" sldId="266"/>
            <ac:picMk id="21" creationId="{3DEB31FE-7F48-96D6-B3F5-2C6A4DF3AE3F}"/>
          </ac:picMkLst>
        </pc:picChg>
        <pc:picChg chg="add mod">
          <ac:chgData name="shibubhadd1994@outlook.com" userId="d011d92bb9744519" providerId="LiveId" clId="{376AE1A7-408A-43B3-A95E-D90FAFD0B780}" dt="2026-05-17T17:27:42.920" v="171" actId="14100"/>
          <ac:picMkLst>
            <pc:docMk/>
            <pc:sldMk cId="0" sldId="266"/>
            <ac:picMk id="23" creationId="{ACCAFDDE-B0B3-50FD-72EB-7D5621BDC5D4}"/>
          </ac:picMkLst>
        </pc:picChg>
      </pc:sldChg>
      <pc:sldChg chg="addSp delSp modSp mod">
        <pc:chgData name="shibubhadd1994@outlook.com" userId="d011d92bb9744519" providerId="LiveId" clId="{376AE1A7-408A-43B3-A95E-D90FAFD0B780}" dt="2026-05-17T17:32:36.242" v="192" actId="14100"/>
        <pc:sldMkLst>
          <pc:docMk/>
          <pc:sldMk cId="0" sldId="267"/>
        </pc:sldMkLst>
        <pc:picChg chg="del">
          <ac:chgData name="shibubhadd1994@outlook.com" userId="d011d92bb9744519" providerId="LiveId" clId="{376AE1A7-408A-43B3-A95E-D90FAFD0B780}" dt="2026-05-17T16:43:39.107" v="42" actId="478"/>
          <ac:picMkLst>
            <pc:docMk/>
            <pc:sldMk cId="0" sldId="267"/>
            <ac:picMk id="10" creationId="{00000000-0000-0000-0000-000000000000}"/>
          </ac:picMkLst>
        </pc:picChg>
        <pc:picChg chg="del">
          <ac:chgData name="shibubhadd1994@outlook.com" userId="d011d92bb9744519" providerId="LiveId" clId="{376AE1A7-408A-43B3-A95E-D90FAFD0B780}" dt="2026-05-17T16:43:42.262" v="43" actId="478"/>
          <ac:picMkLst>
            <pc:docMk/>
            <pc:sldMk cId="0" sldId="267"/>
            <ac:picMk id="16" creationId="{00000000-0000-0000-0000-000000000000}"/>
          </ac:picMkLst>
        </pc:picChg>
        <pc:picChg chg="mod">
          <ac:chgData name="shibubhadd1994@outlook.com" userId="d011d92bb9744519" providerId="LiveId" clId="{376AE1A7-408A-43B3-A95E-D90FAFD0B780}" dt="2026-05-17T17:32:36.242" v="192" actId="14100"/>
          <ac:picMkLst>
            <pc:docMk/>
            <pc:sldMk cId="0" sldId="267"/>
            <ac:picMk id="17" creationId="{00000000-0000-0000-0000-000000000000}"/>
          </ac:picMkLst>
        </pc:picChg>
        <pc:picChg chg="add mod">
          <ac:chgData name="shibubhadd1994@outlook.com" userId="d011d92bb9744519" providerId="LiveId" clId="{376AE1A7-408A-43B3-A95E-D90FAFD0B780}" dt="2026-05-17T17:30:53.713" v="179" actId="1076"/>
          <ac:picMkLst>
            <pc:docMk/>
            <pc:sldMk cId="0" sldId="267"/>
            <ac:picMk id="21" creationId="{C9B4BEE9-D053-66A6-F220-0B6830524BE3}"/>
          </ac:picMkLst>
        </pc:picChg>
        <pc:picChg chg="add mod">
          <ac:chgData name="shibubhadd1994@outlook.com" userId="d011d92bb9744519" providerId="LiveId" clId="{376AE1A7-408A-43B3-A95E-D90FAFD0B780}" dt="2026-05-17T17:32:27.060" v="190" actId="14100"/>
          <ac:picMkLst>
            <pc:docMk/>
            <pc:sldMk cId="0" sldId="267"/>
            <ac:picMk id="23" creationId="{5963CC3F-1358-808D-CE6A-9548E7517718}"/>
          </ac:picMkLst>
        </pc:picChg>
      </pc:sldChg>
      <pc:sldChg chg="addSp delSp modSp mod">
        <pc:chgData name="shibubhadd1994@outlook.com" userId="d011d92bb9744519" providerId="LiveId" clId="{376AE1A7-408A-43B3-A95E-D90FAFD0B780}" dt="2026-05-17T17:49:51.251" v="218" actId="14100"/>
        <pc:sldMkLst>
          <pc:docMk/>
          <pc:sldMk cId="0" sldId="268"/>
        </pc:sldMkLst>
        <pc:picChg chg="del">
          <ac:chgData name="shibubhadd1994@outlook.com" userId="d011d92bb9744519" providerId="LiveId" clId="{376AE1A7-408A-43B3-A95E-D90FAFD0B780}" dt="2026-05-17T16:43:48.636" v="44" actId="478"/>
          <ac:picMkLst>
            <pc:docMk/>
            <pc:sldMk cId="0" sldId="268"/>
            <ac:picMk id="10" creationId="{00000000-0000-0000-0000-000000000000}"/>
          </ac:picMkLst>
        </pc:picChg>
        <pc:picChg chg="mod">
          <ac:chgData name="shibubhadd1994@outlook.com" userId="d011d92bb9744519" providerId="LiveId" clId="{376AE1A7-408A-43B3-A95E-D90FAFD0B780}" dt="2026-05-17T17:36:16.007" v="203" actId="14100"/>
          <ac:picMkLst>
            <pc:docMk/>
            <pc:sldMk cId="0" sldId="268"/>
            <ac:picMk id="11" creationId="{00000000-0000-0000-0000-000000000000}"/>
          </ac:picMkLst>
        </pc:picChg>
        <pc:picChg chg="del">
          <ac:chgData name="shibubhadd1994@outlook.com" userId="d011d92bb9744519" providerId="LiveId" clId="{376AE1A7-408A-43B3-A95E-D90FAFD0B780}" dt="2026-05-17T16:43:51.050" v="45" actId="478"/>
          <ac:picMkLst>
            <pc:docMk/>
            <pc:sldMk cId="0" sldId="268"/>
            <ac:picMk id="16" creationId="{00000000-0000-0000-0000-000000000000}"/>
          </ac:picMkLst>
        </pc:picChg>
        <pc:picChg chg="mod">
          <ac:chgData name="shibubhadd1994@outlook.com" userId="d011d92bb9744519" providerId="LiveId" clId="{376AE1A7-408A-43B3-A95E-D90FAFD0B780}" dt="2026-05-17T17:49:45.393" v="217" actId="14100"/>
          <ac:picMkLst>
            <pc:docMk/>
            <pc:sldMk cId="0" sldId="268"/>
            <ac:picMk id="17" creationId="{00000000-0000-0000-0000-000000000000}"/>
          </ac:picMkLst>
        </pc:picChg>
        <pc:picChg chg="add del mod">
          <ac:chgData name="shibubhadd1994@outlook.com" userId="d011d92bb9744519" providerId="LiveId" clId="{376AE1A7-408A-43B3-A95E-D90FAFD0B780}" dt="2026-05-17T17:47:23.027" v="209" actId="478"/>
          <ac:picMkLst>
            <pc:docMk/>
            <pc:sldMk cId="0" sldId="268"/>
            <ac:picMk id="21" creationId="{53766BD0-3C9C-D34A-576E-32DC9E39E276}"/>
          </ac:picMkLst>
        </pc:picChg>
        <pc:picChg chg="add del mod">
          <ac:chgData name="shibubhadd1994@outlook.com" userId="d011d92bb9744519" providerId="LiveId" clId="{376AE1A7-408A-43B3-A95E-D90FAFD0B780}" dt="2026-05-17T17:47:14.266" v="208" actId="478"/>
          <ac:picMkLst>
            <pc:docMk/>
            <pc:sldMk cId="0" sldId="268"/>
            <ac:picMk id="23" creationId="{E21F9FE5-5097-BC8F-FD52-0FBD48D6639F}"/>
          </ac:picMkLst>
        </pc:picChg>
        <pc:picChg chg="add mod">
          <ac:chgData name="shibubhadd1994@outlook.com" userId="d011d92bb9744519" providerId="LiveId" clId="{376AE1A7-408A-43B3-A95E-D90FAFD0B780}" dt="2026-05-17T17:48:36.660" v="213" actId="14100"/>
          <ac:picMkLst>
            <pc:docMk/>
            <pc:sldMk cId="0" sldId="268"/>
            <ac:picMk id="25" creationId="{3E935A94-94EC-96BC-2891-ED8AB76F85C9}"/>
          </ac:picMkLst>
        </pc:picChg>
        <pc:picChg chg="add mod">
          <ac:chgData name="shibubhadd1994@outlook.com" userId="d011d92bb9744519" providerId="LiveId" clId="{376AE1A7-408A-43B3-A95E-D90FAFD0B780}" dt="2026-05-17T17:49:51.251" v="218" actId="14100"/>
          <ac:picMkLst>
            <pc:docMk/>
            <pc:sldMk cId="0" sldId="268"/>
            <ac:picMk id="27" creationId="{B4962D8F-068A-A006-65D3-8CD51D4C6EE7}"/>
          </ac:picMkLst>
        </pc:picChg>
      </pc:sldChg>
      <pc:sldChg chg="addSp delSp modSp mod">
        <pc:chgData name="shibubhadd1994@outlook.com" userId="d011d92bb9744519" providerId="LiveId" clId="{376AE1A7-408A-43B3-A95E-D90FAFD0B780}" dt="2026-05-17T18:07:10.708" v="278" actId="14100"/>
        <pc:sldMkLst>
          <pc:docMk/>
          <pc:sldMk cId="0" sldId="269"/>
        </pc:sldMkLst>
        <pc:picChg chg="mod">
          <ac:chgData name="shibubhadd1994@outlook.com" userId="d011d92bb9744519" providerId="LiveId" clId="{376AE1A7-408A-43B3-A95E-D90FAFD0B780}" dt="2026-05-17T18:00:17.568" v="248" actId="14100"/>
          <ac:picMkLst>
            <pc:docMk/>
            <pc:sldMk cId="0" sldId="269"/>
            <ac:picMk id="11" creationId="{00000000-0000-0000-0000-000000000000}"/>
          </ac:picMkLst>
        </pc:picChg>
        <pc:picChg chg="del">
          <ac:chgData name="shibubhadd1994@outlook.com" userId="d011d92bb9744519" providerId="LiveId" clId="{376AE1A7-408A-43B3-A95E-D90FAFD0B780}" dt="2026-05-17T16:43:58.083" v="47" actId="478"/>
          <ac:picMkLst>
            <pc:docMk/>
            <pc:sldMk cId="0" sldId="269"/>
            <ac:picMk id="16" creationId="{00000000-0000-0000-0000-000000000000}"/>
          </ac:picMkLst>
        </pc:picChg>
        <pc:picChg chg="add del mod">
          <ac:chgData name="shibubhadd1994@outlook.com" userId="d011d92bb9744519" providerId="LiveId" clId="{376AE1A7-408A-43B3-A95E-D90FAFD0B780}" dt="2026-05-17T17:59:10.022" v="233" actId="478"/>
          <ac:picMkLst>
            <pc:docMk/>
            <pc:sldMk cId="0" sldId="269"/>
            <ac:picMk id="20" creationId="{78320A1B-32B7-D508-5FB5-58A626865AF2}"/>
          </ac:picMkLst>
        </pc:picChg>
        <pc:picChg chg="del">
          <ac:chgData name="shibubhadd1994@outlook.com" userId="d011d92bb9744519" providerId="LiveId" clId="{376AE1A7-408A-43B3-A95E-D90FAFD0B780}" dt="2026-05-17T16:43:55.581" v="46" actId="478"/>
          <ac:picMkLst>
            <pc:docMk/>
            <pc:sldMk cId="0" sldId="269"/>
            <ac:picMk id="21" creationId="{1F8DEF67-FFD4-CF06-CEF7-05F477807CF4}"/>
          </ac:picMkLst>
        </pc:picChg>
        <pc:picChg chg="add mod">
          <ac:chgData name="shibubhadd1994@outlook.com" userId="d011d92bb9744519" providerId="LiveId" clId="{376AE1A7-408A-43B3-A95E-D90FAFD0B780}" dt="2026-05-17T18:07:10.708" v="278" actId="14100"/>
          <ac:picMkLst>
            <pc:docMk/>
            <pc:sldMk cId="0" sldId="269"/>
            <ac:picMk id="23" creationId="{32BB10A7-B940-562E-91C3-3FBAFBB360C6}"/>
          </ac:picMkLst>
        </pc:picChg>
        <pc:picChg chg="add mod">
          <ac:chgData name="shibubhadd1994@outlook.com" userId="d011d92bb9744519" providerId="LiveId" clId="{376AE1A7-408A-43B3-A95E-D90FAFD0B780}" dt="2026-05-17T18:02:04.287" v="260" actId="14100"/>
          <ac:picMkLst>
            <pc:docMk/>
            <pc:sldMk cId="0" sldId="269"/>
            <ac:picMk id="25" creationId="{68A9B6EB-F97A-63A2-8A45-3DB477E51CE7}"/>
          </ac:picMkLst>
        </pc:picChg>
      </pc:sldChg>
      <pc:sldChg chg="addSp delSp modSp mod">
        <pc:chgData name="shibubhadd1994@outlook.com" userId="d011d92bb9744519" providerId="LiveId" clId="{376AE1A7-408A-43B3-A95E-D90FAFD0B780}" dt="2026-05-18T10:44:26.214" v="481" actId="14100"/>
        <pc:sldMkLst>
          <pc:docMk/>
          <pc:sldMk cId="0" sldId="270"/>
        </pc:sldMkLst>
        <pc:picChg chg="del">
          <ac:chgData name="shibubhadd1994@outlook.com" userId="d011d92bb9744519" providerId="LiveId" clId="{376AE1A7-408A-43B3-A95E-D90FAFD0B780}" dt="2026-05-17T16:44:05.810" v="48" actId="478"/>
          <ac:picMkLst>
            <pc:docMk/>
            <pc:sldMk cId="0" sldId="270"/>
            <ac:picMk id="10" creationId="{00000000-0000-0000-0000-000000000000}"/>
          </ac:picMkLst>
        </pc:picChg>
        <pc:picChg chg="add mod">
          <ac:chgData name="shibubhadd1994@outlook.com" userId="d011d92bb9744519" providerId="LiveId" clId="{376AE1A7-408A-43B3-A95E-D90FAFD0B780}" dt="2026-05-18T10:43:19.397" v="475" actId="14100"/>
          <ac:picMkLst>
            <pc:docMk/>
            <pc:sldMk cId="0" sldId="270"/>
            <ac:picMk id="11" creationId="{720F0B12-C689-05A9-E4C0-9EA282521906}"/>
          </ac:picMkLst>
        </pc:picChg>
        <pc:picChg chg="del">
          <ac:chgData name="shibubhadd1994@outlook.com" userId="d011d92bb9744519" providerId="LiveId" clId="{376AE1A7-408A-43B3-A95E-D90FAFD0B780}" dt="2026-05-17T16:44:08.337" v="49" actId="478"/>
          <ac:picMkLst>
            <pc:docMk/>
            <pc:sldMk cId="0" sldId="270"/>
            <ac:picMk id="16" creationId="{00000000-0000-0000-0000-000000000000}"/>
          </ac:picMkLst>
        </pc:picChg>
        <pc:picChg chg="add mod">
          <ac:chgData name="shibubhadd1994@outlook.com" userId="d011d92bb9744519" providerId="LiveId" clId="{376AE1A7-408A-43B3-A95E-D90FAFD0B780}" dt="2026-05-18T10:44:26.214" v="481" actId="14100"/>
          <ac:picMkLst>
            <pc:docMk/>
            <pc:sldMk cId="0" sldId="270"/>
            <ac:picMk id="17" creationId="{1FE4C845-ACC2-77E1-EBE6-9914E015D7FA}"/>
          </ac:picMkLst>
        </pc:picChg>
        <pc:picChg chg="add del mod">
          <ac:chgData name="shibubhadd1994@outlook.com" userId="d011d92bb9744519" providerId="LiveId" clId="{376AE1A7-408A-43B3-A95E-D90FAFD0B780}" dt="2026-05-17T18:13:19.816" v="290" actId="478"/>
          <ac:picMkLst>
            <pc:docMk/>
            <pc:sldMk cId="0" sldId="270"/>
            <ac:picMk id="17" creationId="{28D4F4EC-E3CA-CBA0-9EC8-A7B260D81D37}"/>
          </ac:picMkLst>
        </pc:picChg>
        <pc:picChg chg="add del mod">
          <ac:chgData name="shibubhadd1994@outlook.com" userId="d011d92bb9744519" providerId="LiveId" clId="{376AE1A7-408A-43B3-A95E-D90FAFD0B780}" dt="2026-05-17T18:13:21.098" v="291" actId="478"/>
          <ac:picMkLst>
            <pc:docMk/>
            <pc:sldMk cId="0" sldId="270"/>
            <ac:picMk id="21" creationId="{9B48A75D-7644-D538-7D37-7C979590AEA5}"/>
          </ac:picMkLst>
        </pc:picChg>
        <pc:picChg chg="add del mod">
          <ac:chgData name="shibubhadd1994@outlook.com" userId="d011d92bb9744519" providerId="LiveId" clId="{376AE1A7-408A-43B3-A95E-D90FAFD0B780}" dt="2026-05-18T10:34:23.058" v="465" actId="478"/>
          <ac:picMkLst>
            <pc:docMk/>
            <pc:sldMk cId="0" sldId="270"/>
            <ac:picMk id="24" creationId="{319B2A4A-65EE-548F-BD21-AA96C46B3E13}"/>
          </ac:picMkLst>
        </pc:picChg>
        <pc:picChg chg="add del mod">
          <ac:chgData name="shibubhadd1994@outlook.com" userId="d011d92bb9744519" providerId="LiveId" clId="{376AE1A7-408A-43B3-A95E-D90FAFD0B780}" dt="2026-05-18T10:34:25.578" v="466" actId="478"/>
          <ac:picMkLst>
            <pc:docMk/>
            <pc:sldMk cId="0" sldId="270"/>
            <ac:picMk id="27" creationId="{EC58D2ED-AC02-C9A7-710E-8A3480D7E9F2}"/>
          </ac:picMkLst>
        </pc:picChg>
      </pc:sldChg>
      <pc:sldChg chg="addSp delSp modSp mod">
        <pc:chgData name="shibubhadd1994@outlook.com" userId="d011d92bb9744519" providerId="LiveId" clId="{376AE1A7-408A-43B3-A95E-D90FAFD0B780}" dt="2026-05-17T18:34:56.675" v="352" actId="14100"/>
        <pc:sldMkLst>
          <pc:docMk/>
          <pc:sldMk cId="0" sldId="271"/>
        </pc:sldMkLst>
        <pc:picChg chg="mod">
          <ac:chgData name="shibubhadd1994@outlook.com" userId="d011d92bb9744519" providerId="LiveId" clId="{376AE1A7-408A-43B3-A95E-D90FAFD0B780}" dt="2026-05-17T18:34:38.098" v="348" actId="14100"/>
          <ac:picMkLst>
            <pc:docMk/>
            <pc:sldMk cId="0" sldId="271"/>
            <ac:picMk id="11" creationId="{00000000-0000-0000-0000-000000000000}"/>
          </ac:picMkLst>
        </pc:picChg>
        <pc:picChg chg="del">
          <ac:chgData name="shibubhadd1994@outlook.com" userId="d011d92bb9744519" providerId="LiveId" clId="{376AE1A7-408A-43B3-A95E-D90FAFD0B780}" dt="2026-05-17T16:44:14.726" v="51" actId="478"/>
          <ac:picMkLst>
            <pc:docMk/>
            <pc:sldMk cId="0" sldId="271"/>
            <ac:picMk id="16" creationId="{00000000-0000-0000-0000-000000000000}"/>
          </ac:picMkLst>
        </pc:picChg>
        <pc:picChg chg="add del mod">
          <ac:chgData name="shibubhadd1994@outlook.com" userId="d011d92bb9744519" providerId="LiveId" clId="{376AE1A7-408A-43B3-A95E-D90FAFD0B780}" dt="2026-05-17T18:32:23.053" v="326" actId="478"/>
          <ac:picMkLst>
            <pc:docMk/>
            <pc:sldMk cId="0" sldId="271"/>
            <ac:picMk id="20" creationId="{3DA9B59A-579B-6941-A7D4-C4137EE0E247}"/>
          </ac:picMkLst>
        </pc:picChg>
        <pc:picChg chg="del">
          <ac:chgData name="shibubhadd1994@outlook.com" userId="d011d92bb9744519" providerId="LiveId" clId="{376AE1A7-408A-43B3-A95E-D90FAFD0B780}" dt="2026-05-17T16:44:12.152" v="50" actId="478"/>
          <ac:picMkLst>
            <pc:docMk/>
            <pc:sldMk cId="0" sldId="271"/>
            <ac:picMk id="21" creationId="{E64A83A3-1217-87AC-D7F0-E5DD221EE369}"/>
          </ac:picMkLst>
        </pc:picChg>
        <pc:picChg chg="add mod">
          <ac:chgData name="shibubhadd1994@outlook.com" userId="d011d92bb9744519" providerId="LiveId" clId="{376AE1A7-408A-43B3-A95E-D90FAFD0B780}" dt="2026-05-17T18:33:06.798" v="337" actId="1076"/>
          <ac:picMkLst>
            <pc:docMk/>
            <pc:sldMk cId="0" sldId="271"/>
            <ac:picMk id="23" creationId="{08EB42A4-22B9-7DFD-5425-BCFB3DCE90A7}"/>
          </ac:picMkLst>
        </pc:picChg>
        <pc:picChg chg="add mod">
          <ac:chgData name="shibubhadd1994@outlook.com" userId="d011d92bb9744519" providerId="LiveId" clId="{376AE1A7-408A-43B3-A95E-D90FAFD0B780}" dt="2026-05-17T18:34:56.675" v="352" actId="14100"/>
          <ac:picMkLst>
            <pc:docMk/>
            <pc:sldMk cId="0" sldId="271"/>
            <ac:picMk id="25" creationId="{13744594-4EF1-75C8-D182-EB165599AC2B}"/>
          </ac:picMkLst>
        </pc:picChg>
      </pc:sldChg>
      <pc:sldChg chg="addSp delSp modSp mod">
        <pc:chgData name="shibubhadd1994@outlook.com" userId="d011d92bb9744519" providerId="LiveId" clId="{376AE1A7-408A-43B3-A95E-D90FAFD0B780}" dt="2026-05-17T18:40:07.304" v="365" actId="14100"/>
        <pc:sldMkLst>
          <pc:docMk/>
          <pc:sldMk cId="0" sldId="272"/>
        </pc:sldMkLst>
        <pc:picChg chg="del">
          <ac:chgData name="shibubhadd1994@outlook.com" userId="d011d92bb9744519" providerId="LiveId" clId="{376AE1A7-408A-43B3-A95E-D90FAFD0B780}" dt="2026-05-17T16:45:13.361" v="53" actId="478"/>
          <ac:picMkLst>
            <pc:docMk/>
            <pc:sldMk cId="0" sldId="272"/>
            <ac:picMk id="11" creationId="{00000000-0000-0000-0000-000000000000}"/>
          </ac:picMkLst>
        </pc:picChg>
        <pc:picChg chg="mod">
          <ac:chgData name="shibubhadd1994@outlook.com" userId="d011d92bb9744519" providerId="LiveId" clId="{376AE1A7-408A-43B3-A95E-D90FAFD0B780}" dt="2026-05-17T18:40:03.451" v="364" actId="14100"/>
          <ac:picMkLst>
            <pc:docMk/>
            <pc:sldMk cId="0" sldId="272"/>
            <ac:picMk id="16" creationId="{00000000-0000-0000-0000-000000000000}"/>
          </ac:picMkLst>
        </pc:picChg>
        <pc:picChg chg="del">
          <ac:chgData name="shibubhadd1994@outlook.com" userId="d011d92bb9744519" providerId="LiveId" clId="{376AE1A7-408A-43B3-A95E-D90FAFD0B780}" dt="2026-05-17T16:45:11.813" v="52" actId="478"/>
          <ac:picMkLst>
            <pc:docMk/>
            <pc:sldMk cId="0" sldId="272"/>
            <ac:picMk id="17" creationId="{00000000-0000-0000-0000-000000000000}"/>
          </ac:picMkLst>
        </pc:picChg>
        <pc:picChg chg="add mod">
          <ac:chgData name="shibubhadd1994@outlook.com" userId="d011d92bb9744519" providerId="LiveId" clId="{376AE1A7-408A-43B3-A95E-D90FAFD0B780}" dt="2026-05-17T18:38:38.947" v="357" actId="14100"/>
          <ac:picMkLst>
            <pc:docMk/>
            <pc:sldMk cId="0" sldId="272"/>
            <ac:picMk id="21" creationId="{B126E140-0287-BF05-C731-07BE2D0A7275}"/>
          </ac:picMkLst>
        </pc:picChg>
        <pc:picChg chg="add mod">
          <ac:chgData name="shibubhadd1994@outlook.com" userId="d011d92bb9744519" providerId="LiveId" clId="{376AE1A7-408A-43B3-A95E-D90FAFD0B780}" dt="2026-05-17T18:40:07.304" v="365" actId="14100"/>
          <ac:picMkLst>
            <pc:docMk/>
            <pc:sldMk cId="0" sldId="272"/>
            <ac:picMk id="23" creationId="{BEFCD407-7991-C28E-7BEE-BF148AB0B970}"/>
          </ac:picMkLst>
        </pc:picChg>
      </pc:sldChg>
      <pc:sldChg chg="addSp delSp modSp mod">
        <pc:chgData name="shibubhadd1994@outlook.com" userId="d011d92bb9744519" providerId="LiveId" clId="{376AE1A7-408A-43B3-A95E-D90FAFD0B780}" dt="2026-05-17T19:14:36.292" v="389" actId="14100"/>
        <pc:sldMkLst>
          <pc:docMk/>
          <pc:sldMk cId="0" sldId="273"/>
        </pc:sldMkLst>
        <pc:picChg chg="add mod">
          <ac:chgData name="shibubhadd1994@outlook.com" userId="d011d92bb9744519" providerId="LiveId" clId="{376AE1A7-408A-43B3-A95E-D90FAFD0B780}" dt="2026-05-17T19:12:29.932" v="374" actId="14100"/>
          <ac:picMkLst>
            <pc:docMk/>
            <pc:sldMk cId="0" sldId="273"/>
            <ac:picMk id="11" creationId="{4AA67738-DAC4-595F-A3FB-D48E45880399}"/>
          </ac:picMkLst>
        </pc:picChg>
        <pc:picChg chg="add mod">
          <ac:chgData name="shibubhadd1994@outlook.com" userId="d011d92bb9744519" providerId="LiveId" clId="{376AE1A7-408A-43B3-A95E-D90FAFD0B780}" dt="2026-05-17T19:14:36.292" v="389" actId="14100"/>
          <ac:picMkLst>
            <pc:docMk/>
            <pc:sldMk cId="0" sldId="273"/>
            <ac:picMk id="17" creationId="{4718B024-CB5E-2A6F-2F6C-CB4014CE269F}"/>
          </ac:picMkLst>
        </pc:picChg>
        <pc:picChg chg="del">
          <ac:chgData name="shibubhadd1994@outlook.com" userId="d011d92bb9744519" providerId="LiveId" clId="{376AE1A7-408A-43B3-A95E-D90FAFD0B780}" dt="2026-05-17T16:45:16.438" v="54" actId="478"/>
          <ac:picMkLst>
            <pc:docMk/>
            <pc:sldMk cId="0" sldId="273"/>
            <ac:picMk id="21" creationId="{57BE0DA9-36A5-4843-671E-2863FE5051AF}"/>
          </ac:picMkLst>
        </pc:picChg>
        <pc:picChg chg="del">
          <ac:chgData name="shibubhadd1994@outlook.com" userId="d011d92bb9744519" providerId="LiveId" clId="{376AE1A7-408A-43B3-A95E-D90FAFD0B780}" dt="2026-05-17T16:45:17.946" v="55" actId="478"/>
          <ac:picMkLst>
            <pc:docMk/>
            <pc:sldMk cId="0" sldId="273"/>
            <ac:picMk id="23" creationId="{8AE566D1-C3DC-830C-22FB-253BD8C7418A}"/>
          </ac:picMkLst>
        </pc:picChg>
        <pc:picChg chg="mod">
          <ac:chgData name="shibubhadd1994@outlook.com" userId="d011d92bb9744519" providerId="LiveId" clId="{376AE1A7-408A-43B3-A95E-D90FAFD0B780}" dt="2026-05-17T19:13:14.604" v="385" actId="14100"/>
          <ac:picMkLst>
            <pc:docMk/>
            <pc:sldMk cId="0" sldId="273"/>
            <ac:picMk id="25" creationId="{33501DA2-6F95-E211-CC03-DEEADB58DA32}"/>
          </ac:picMkLst>
        </pc:picChg>
      </pc:sldChg>
      <pc:sldChg chg="addSp delSp modSp mod">
        <pc:chgData name="shibubhadd1994@outlook.com" userId="d011d92bb9744519" providerId="LiveId" clId="{376AE1A7-408A-43B3-A95E-D90FAFD0B780}" dt="2026-05-17T20:39:23.447" v="464" actId="14100"/>
        <pc:sldMkLst>
          <pc:docMk/>
          <pc:sldMk cId="0" sldId="274"/>
        </pc:sldMkLst>
        <pc:picChg chg="add del mod">
          <ac:chgData name="shibubhadd1994@outlook.com" userId="d011d92bb9744519" providerId="LiveId" clId="{376AE1A7-408A-43B3-A95E-D90FAFD0B780}" dt="2026-05-17T20:32:16.918" v="394" actId="478"/>
          <ac:picMkLst>
            <pc:docMk/>
            <pc:sldMk cId="0" sldId="274"/>
            <ac:picMk id="19" creationId="{65AEBE7A-1264-CC04-C95A-432651BC0581}"/>
          </ac:picMkLst>
        </pc:picChg>
        <pc:picChg chg="del">
          <ac:chgData name="shibubhadd1994@outlook.com" userId="d011d92bb9744519" providerId="LiveId" clId="{376AE1A7-408A-43B3-A95E-D90FAFD0B780}" dt="2026-05-17T16:45:21.524" v="57" actId="478"/>
          <ac:picMkLst>
            <pc:docMk/>
            <pc:sldMk cId="0" sldId="274"/>
            <ac:picMk id="20" creationId="{F2ED9ECA-41E6-0597-E14D-4CDB47F3C9C6}"/>
          </ac:picMkLst>
        </pc:picChg>
        <pc:picChg chg="del">
          <ac:chgData name="shibubhadd1994@outlook.com" userId="d011d92bb9744519" providerId="LiveId" clId="{376AE1A7-408A-43B3-A95E-D90FAFD0B780}" dt="2026-05-17T16:45:20.281" v="56" actId="478"/>
          <ac:picMkLst>
            <pc:docMk/>
            <pc:sldMk cId="0" sldId="274"/>
            <ac:picMk id="22" creationId="{07867FFE-F97A-0254-F909-B3FAEF7881CB}"/>
          </ac:picMkLst>
        </pc:picChg>
        <pc:picChg chg="add del mod">
          <ac:chgData name="shibubhadd1994@outlook.com" userId="d011d92bb9744519" providerId="LiveId" clId="{376AE1A7-408A-43B3-A95E-D90FAFD0B780}" dt="2026-05-17T20:35:00.910" v="438" actId="478"/>
          <ac:picMkLst>
            <pc:docMk/>
            <pc:sldMk cId="0" sldId="274"/>
            <ac:picMk id="23" creationId="{49392946-C1B6-D1E8-705E-0C2F5539CC50}"/>
          </ac:picMkLst>
        </pc:picChg>
        <pc:picChg chg="add del mod">
          <ac:chgData name="shibubhadd1994@outlook.com" userId="d011d92bb9744519" providerId="LiveId" clId="{376AE1A7-408A-43B3-A95E-D90FAFD0B780}" dt="2026-05-17T20:35:30.236" v="447" actId="478"/>
          <ac:picMkLst>
            <pc:docMk/>
            <pc:sldMk cId="0" sldId="274"/>
            <ac:picMk id="27" creationId="{B4616F95-D3A7-0859-908D-1032DC87D815}"/>
          </ac:picMkLst>
        </pc:picChg>
        <pc:picChg chg="add del mod">
          <ac:chgData name="shibubhadd1994@outlook.com" userId="d011d92bb9744519" providerId="LiveId" clId="{376AE1A7-408A-43B3-A95E-D90FAFD0B780}" dt="2026-05-17T20:35:40.147" v="450" actId="478"/>
          <ac:picMkLst>
            <pc:docMk/>
            <pc:sldMk cId="0" sldId="274"/>
            <ac:picMk id="29" creationId="{7504ACC6-AA96-5EE0-A95B-CEEEF98E312A}"/>
          </ac:picMkLst>
        </pc:picChg>
        <pc:picChg chg="add mod">
          <ac:chgData name="shibubhadd1994@outlook.com" userId="d011d92bb9744519" providerId="LiveId" clId="{376AE1A7-408A-43B3-A95E-D90FAFD0B780}" dt="2026-05-17T20:37:44.226" v="456" actId="14100"/>
          <ac:picMkLst>
            <pc:docMk/>
            <pc:sldMk cId="0" sldId="274"/>
            <ac:picMk id="31" creationId="{5602E5DF-899F-C761-4FCC-58853F0155E1}"/>
          </ac:picMkLst>
        </pc:picChg>
        <pc:picChg chg="add mod">
          <ac:chgData name="shibubhadd1994@outlook.com" userId="d011d92bb9744519" providerId="LiveId" clId="{376AE1A7-408A-43B3-A95E-D90FAFD0B780}" dt="2026-05-17T20:39:23.447" v="464" actId="14100"/>
          <ac:picMkLst>
            <pc:docMk/>
            <pc:sldMk cId="0" sldId="274"/>
            <ac:picMk id="33" creationId="{3404C1F0-C9C2-178C-5325-10D1320D617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3303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0"/>
            <a:ext cx="3200400" cy="6858000"/>
          </a:xfrm>
          <a:prstGeom prst="rect">
            <a:avLst/>
          </a:prstGeom>
          <a:solidFill>
            <a:srgbClr val="E85D04">
              <a:alpha val="15000"/>
            </a:srgbClr>
          </a:solidFill>
          <a:ln w="12700">
            <a:solidFill>
              <a:srgbClr val="E85D04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035040"/>
            <a:ext cx="12161520" cy="82296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57200"/>
            <a:ext cx="1005840" cy="1005840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475488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🛒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kern="0" spc="300" dirty="0">
                <a:solidFill>
                  <a:srgbClr val="F48C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Data Analysis Project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Dataset Exploration: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rgbClr val="F48C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SQL and Python Approach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48640" y="3977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Navigating the Future of Online Shopping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617720"/>
            <a:ext cx="3657600" cy="36576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754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Shivani Bhatt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080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MySQL Workbench  •  Python  •  Pandas  •  Matplotlib  •  Google Colab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303520" cy="530352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44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837944"/>
            <a:ext cx="164592" cy="164592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78308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analyzes a comprehensive ecommerce dataset using a dual-tool approach — MySQL Workbench for relational queries and Python (Pandas + Matplotlib) for scripted analysis and visualization.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60904"/>
            <a:ext cx="164592" cy="164592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60604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includes 7 CSV files covering customers, orders, order items, payments, products, sellers, and geolocation data.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483864"/>
            <a:ext cx="164592" cy="164592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42900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SQL/Python questions are solved across three difficulty levels: Basic, Intermediate, and Advanced.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306824"/>
            <a:ext cx="164592" cy="164592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425196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are derived from customer behavior, sales trends, seller performance, and retention metrics.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1097280"/>
            <a:ext cx="5577840" cy="53035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2344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8C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0" y="1874520"/>
            <a:ext cx="292608" cy="29260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8745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84848" y="184708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SQL-based data analysis on ecommerce data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2560320"/>
            <a:ext cx="292608" cy="29260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25603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84848" y="253288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MySQL database with Python using mysql.connector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3246120"/>
            <a:ext cx="292608" cy="29260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3246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84848" y="321868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identical SQL queries in Python for comparison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3931920"/>
            <a:ext cx="292608" cy="29260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3931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84848" y="390448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visual insights using Matplotlib graphs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0" y="4617720"/>
            <a:ext cx="292608" cy="29260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4617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84848" y="459028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customer retention and revenue growth patterns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0" y="5303520"/>
            <a:ext cx="292608" cy="29260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53035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84848" y="527608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and measure ecommerce business performance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DATASET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148840" cy="21945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18872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🗄️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9202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8C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48C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Workbench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2487168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DB queries and schema management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51760" y="1097280"/>
            <a:ext cx="2148840" cy="21945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51760" y="118872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🐍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51760" y="19202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8C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51760" y="2487168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Scripting, data processing &amp; automation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83480" y="1097280"/>
            <a:ext cx="2148840" cy="21945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83480" y="118872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983480" y="19202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8C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2487168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 and analysis library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0" y="1097280"/>
            <a:ext cx="2148840" cy="21945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0" y="118872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315200" y="19202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8C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0" y="2487168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and charting library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646920" y="1097280"/>
            <a:ext cx="2148840" cy="21945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46920" y="118872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☁️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646920" y="19202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8C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48C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46920" y="2487168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Python notebook environment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35204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Setup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65760" y="3931920"/>
            <a:ext cx="45720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93192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DATABASE ecommerce;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ecommerce;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0" y="352044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Files (7 CSVs)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943600" y="3931920"/>
            <a:ext cx="1417320" cy="566928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395020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customers.csv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0" y="420624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IDs and locations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452360" y="3931920"/>
            <a:ext cx="1417320" cy="566928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52360" y="395020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orders.csv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452360" y="420624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timestamps and status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961120" y="3931920"/>
            <a:ext cx="1417320" cy="566928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0" y="395020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order_items.csv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961120" y="420624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per order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0469880" y="3931920"/>
            <a:ext cx="1417320" cy="566928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469880" y="395020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payments.csv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469880" y="420624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type and amount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943600" y="4590288"/>
            <a:ext cx="1417320" cy="566928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0" y="460857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products.csv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943600" y="486460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 &amp; pricing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452360" y="4590288"/>
            <a:ext cx="1417320" cy="566928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52360" y="460857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sellers.csv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452360" y="486460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ID and location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961120" y="4590288"/>
            <a:ext cx="1417320" cy="566928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961120" y="460857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geolocation.csv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961120" y="486460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codes and coordinates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MYSQL CONNECTION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the database connection is the foundation of this project. The Python mysql.connector library bridges MySQL Workbench and Python, allowing seamless execution of SQL queries through Python scripts.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5669280" cy="4206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8C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Connection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121408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mysql.connector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= mysql.connector.connect(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host='localhost',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user='root',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password='shivani@13',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database='ecommerce'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 = db.cursor()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print('Connection successful!')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5486400" cy="420624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78308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Steps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92240" y="2286000"/>
            <a:ext cx="384048" cy="384048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286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95160" y="226771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Libraries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95160" y="246888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matplotlib.pyplot, and mysql.connector are essential imports for the project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92240" y="2980944"/>
            <a:ext cx="384048" cy="384048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980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95160" y="296265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Connection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95160" y="316382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host, user, password, and database name as connection parameters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92240" y="3675888"/>
            <a:ext cx="384048" cy="384048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36758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95160" y="3657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Cursor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95160" y="385876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cursor object executes SQL queries and fetches results from MySQL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92240" y="4370832"/>
            <a:ext cx="384048" cy="384048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370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95160" y="435254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Queries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95160" y="455371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SQL queries via Python and load results into Pandas DataFrames for analysis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92240" y="5065776"/>
            <a:ext cx="384048" cy="384048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50657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95160" y="504748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Results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95160" y="524865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Matplotlib to generate plots and charts from the query results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55448"/>
            <a:ext cx="137160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5544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0" y="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List all unique cities where customers are located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5623560" cy="347472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68680"/>
            <a:ext cx="562356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Python Code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868680"/>
            <a:ext cx="5623560" cy="347472"/>
          </a:xfrm>
          <a:prstGeom prst="rect">
            <a:avLst/>
          </a:prstGeom>
          <a:solidFill>
            <a:srgbClr val="1C3F5E"/>
          </a:solidFill>
          <a:ln w="12700">
            <a:solidFill>
              <a:srgbClr val="1C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868680"/>
            <a:ext cx="562356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MySQL Query</a:t>
            </a:r>
            <a:endParaRPr lang="en-US" sz="1100" dirty="0"/>
          </a:p>
        </p:txBody>
      </p:sp>
      <p:pic>
        <p:nvPicPr>
          <p:cNvPr id="11" name="Image 1" descr="/home/claude/docx_media/image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25665" y="1621457"/>
            <a:ext cx="5208069" cy="164431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50521" y="3637948"/>
            <a:ext cx="562356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0040" y="3611880"/>
            <a:ext cx="562356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Python Output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17920" y="3611880"/>
            <a:ext cx="562356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217920" y="3611880"/>
            <a:ext cx="562356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MySQL Output</a:t>
            </a:r>
            <a:endParaRPr lang="en-US" sz="1000" dirty="0"/>
          </a:p>
        </p:txBody>
      </p:sp>
      <p:pic>
        <p:nvPicPr>
          <p:cNvPr id="17" name="Image 3" descr="/home/claude/docx_media/image4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44063" y="3997292"/>
            <a:ext cx="2638926" cy="238269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14439" y="6511892"/>
            <a:ext cx="12161520" cy="344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74320" y="6446520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Insight: Reveals geographic distribution of customers — SP and RJ cities dominate the customer base   |   📊 Visualization: Count Plot</a:t>
            </a:r>
            <a:endParaRPr lang="en-US" sz="1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7BD4ACE-FB18-92D3-168F-6DCF21037D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264" y="1281525"/>
            <a:ext cx="5285072" cy="230428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67F91DF-96E6-68C7-6D05-F81DFD5B9F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6425" y="3997292"/>
            <a:ext cx="2194750" cy="24492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55448"/>
            <a:ext cx="137160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5544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0" y="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Count the number of orders placed in 2017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5623560" cy="347472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68680"/>
            <a:ext cx="562356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Python Code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868680"/>
            <a:ext cx="5623560" cy="347472"/>
          </a:xfrm>
          <a:prstGeom prst="rect">
            <a:avLst/>
          </a:prstGeom>
          <a:solidFill>
            <a:srgbClr val="1C3F5E"/>
          </a:solidFill>
          <a:ln w="12700">
            <a:solidFill>
              <a:srgbClr val="1C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868680"/>
            <a:ext cx="562356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MySQL Query</a:t>
            </a:r>
            <a:endParaRPr lang="en-US" sz="1100" dirty="0"/>
          </a:p>
        </p:txBody>
      </p:sp>
      <p:pic>
        <p:nvPicPr>
          <p:cNvPr id="11" name="Image 1" descr="/home/claude/docx_media/image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28611" y="1307592"/>
            <a:ext cx="5374105" cy="221284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20040" y="3611880"/>
            <a:ext cx="562356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0040" y="3611880"/>
            <a:ext cx="562356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Python Output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17920" y="3611880"/>
            <a:ext cx="562356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217920" y="3611880"/>
            <a:ext cx="562356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MySQL Output</a:t>
            </a:r>
            <a:endParaRPr lang="en-US" sz="1000" dirty="0"/>
          </a:p>
        </p:txBody>
      </p:sp>
      <p:pic>
        <p:nvPicPr>
          <p:cNvPr id="17" name="Image 3" descr="/home/claude/docx_media/image8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17920" y="3977640"/>
            <a:ext cx="5623560" cy="237744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0" y="6446520"/>
            <a:ext cx="1216152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74320" y="6446520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Insight: 2017 saw significant order volume, with peak months indicating seasonal shopping trends   |   📊 Visualization: Bar Chart</a:t>
            </a:r>
            <a:endParaRPr lang="en-US" sz="1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39D09CC-6B32-6491-6CB6-59C4ECD0FA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767" y="1267813"/>
            <a:ext cx="5374105" cy="229240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099C1F2-F1EA-CE43-05C6-D2D7CE9A6C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521" y="3977640"/>
            <a:ext cx="5593079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55448"/>
            <a:ext cx="137160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5544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0" y="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Find the total sales per category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5623560" cy="347472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68680"/>
            <a:ext cx="562356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Python Code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868680"/>
            <a:ext cx="5623560" cy="347472"/>
          </a:xfrm>
          <a:prstGeom prst="rect">
            <a:avLst/>
          </a:prstGeom>
          <a:solidFill>
            <a:srgbClr val="1C3F5E"/>
          </a:solidFill>
          <a:ln w="12700">
            <a:solidFill>
              <a:srgbClr val="1C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868680"/>
            <a:ext cx="562356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MySQL Query</a:t>
            </a:r>
            <a:endParaRPr lang="en-US" sz="1100" dirty="0"/>
          </a:p>
        </p:txBody>
      </p:sp>
      <p:pic>
        <p:nvPicPr>
          <p:cNvPr id="11" name="Image 1" descr="/home/claude/docx_media/image1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17920" y="1261872"/>
            <a:ext cx="5623560" cy="22860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20040" y="3611880"/>
            <a:ext cx="562356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0040" y="3611880"/>
            <a:ext cx="562356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Python Output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17920" y="3611880"/>
            <a:ext cx="562356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217920" y="3611880"/>
            <a:ext cx="562356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MySQL Output</a:t>
            </a:r>
            <a:endParaRPr lang="en-US" sz="1000" dirty="0"/>
          </a:p>
        </p:txBody>
      </p:sp>
      <p:pic>
        <p:nvPicPr>
          <p:cNvPr id="17" name="Image 3" descr="/home/claude/docx_media/image1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17920" y="3977640"/>
            <a:ext cx="5623560" cy="242316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0" y="6446520"/>
            <a:ext cx="1216152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74320" y="6446520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Insight: Health &amp; beauty, watches, and bed/bath/table are the top revenue-generating categories   |   📊 Visualization: Horizontal Bar Chart</a:t>
            </a:r>
            <a:endParaRPr lang="en-US" sz="1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19C637B-5E38-75A7-6D78-968978A1E9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39" y="1261872"/>
            <a:ext cx="5623559" cy="2286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28BF50F-E223-799D-577F-238B54BE6C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520" y="3977640"/>
            <a:ext cx="5593078" cy="2423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55448"/>
            <a:ext cx="137160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5544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0" y="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Calculate the percentage of orders paid in installments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5623560" cy="347472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68680"/>
            <a:ext cx="562356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Python Code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868680"/>
            <a:ext cx="5623560" cy="347472"/>
          </a:xfrm>
          <a:prstGeom prst="rect">
            <a:avLst/>
          </a:prstGeom>
          <a:solidFill>
            <a:srgbClr val="1C3F5E"/>
          </a:solidFill>
          <a:ln w="12700">
            <a:solidFill>
              <a:srgbClr val="1C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868680"/>
            <a:ext cx="562356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MySQL Query</a:t>
            </a:r>
            <a:endParaRPr lang="en-US" sz="1100" dirty="0"/>
          </a:p>
        </p:txBody>
      </p:sp>
      <p:pic>
        <p:nvPicPr>
          <p:cNvPr id="11" name="Image 1" descr="/home/claude/docx_media/image1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17920" y="1261872"/>
            <a:ext cx="5623560" cy="22860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20040" y="3611880"/>
            <a:ext cx="562356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0040" y="3611880"/>
            <a:ext cx="562356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Python Output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17920" y="3611880"/>
            <a:ext cx="562356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217920" y="3611880"/>
            <a:ext cx="562356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MySQL Output</a:t>
            </a:r>
            <a:endParaRPr lang="en-US" sz="1000" dirty="0"/>
          </a:p>
        </p:txBody>
      </p:sp>
      <p:pic>
        <p:nvPicPr>
          <p:cNvPr id="17" name="Image 3" descr="/home/claude/docx_media/image16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17920" y="3995927"/>
            <a:ext cx="5623560" cy="2401101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0" y="6446520"/>
            <a:ext cx="1216152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74320" y="6446520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Insight: A large share of orders use installment payments, indicating customer preference for flexible payment   |   📊 Visualization: Pie Chart</a:t>
            </a:r>
            <a:endParaRPr lang="en-US" sz="1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22AD862-4B18-4508-4206-4610EE8590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520" y="1261042"/>
            <a:ext cx="5593080" cy="228682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E6D24C1-25A2-11A1-C6B6-6225EABDE7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280" y="3995929"/>
            <a:ext cx="5623560" cy="240110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55448"/>
            <a:ext cx="137160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5544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0" y="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Q5: Count the number of customers from each state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5623560" cy="347472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68680"/>
            <a:ext cx="562356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Python Code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868680"/>
            <a:ext cx="5623560" cy="347472"/>
          </a:xfrm>
          <a:prstGeom prst="rect">
            <a:avLst/>
          </a:prstGeom>
          <a:solidFill>
            <a:srgbClr val="1C3F5E"/>
          </a:solidFill>
          <a:ln w="12700">
            <a:solidFill>
              <a:srgbClr val="1C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868680"/>
            <a:ext cx="562356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MySQL Query</a:t>
            </a:r>
            <a:endParaRPr lang="en-US" sz="1100" dirty="0"/>
          </a:p>
        </p:txBody>
      </p:sp>
      <p:pic>
        <p:nvPicPr>
          <p:cNvPr id="11" name="Image 1" descr="/home/claude/docx_media/image1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17920" y="1261872"/>
            <a:ext cx="5623560" cy="22860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20040" y="3611880"/>
            <a:ext cx="562356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0040" y="3611880"/>
            <a:ext cx="562356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Python Output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17920" y="3611880"/>
            <a:ext cx="562356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217920" y="3611880"/>
            <a:ext cx="562356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MySQL Output</a:t>
            </a:r>
            <a:endParaRPr lang="en-US" sz="1000" dirty="0"/>
          </a:p>
        </p:txBody>
      </p:sp>
      <p:pic>
        <p:nvPicPr>
          <p:cNvPr id="17" name="Image 3" descr="/home/claude/docx_media/image2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058526" y="3977640"/>
            <a:ext cx="3874169" cy="242316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0" y="6446520"/>
            <a:ext cx="1216152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74320" y="6446520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Insight: São Paulo (SP) has the highest customer density, followed by Rio de Janeiro (RJ) and Minas Gerais (MG)   |   📊 Visualization: Bar Chart</a:t>
            </a:r>
            <a:endParaRPr lang="en-US" sz="1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92C1708-EBB4-F949-CE07-E1F04803F8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261872"/>
            <a:ext cx="5623560" cy="2286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625BBB2-EB0C-D4A2-F7AF-E03E37106E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9304" y="3977640"/>
            <a:ext cx="3344780" cy="2423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55448"/>
            <a:ext cx="1371600" cy="438912"/>
          </a:xfrm>
          <a:prstGeom prst="rect">
            <a:avLst/>
          </a:prstGeom>
          <a:solidFill>
            <a:srgbClr val="F48C06"/>
          </a:solidFill>
          <a:ln w="12700">
            <a:solidFill>
              <a:srgbClr val="F48C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5544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0" y="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Q6: Calculate the number of orders per month in 2018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5623560" cy="347472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68680"/>
            <a:ext cx="562356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Python Code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868680"/>
            <a:ext cx="5623560" cy="347472"/>
          </a:xfrm>
          <a:prstGeom prst="rect">
            <a:avLst/>
          </a:prstGeom>
          <a:solidFill>
            <a:srgbClr val="1C3F5E"/>
          </a:solidFill>
          <a:ln w="12700">
            <a:solidFill>
              <a:srgbClr val="1C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868680"/>
            <a:ext cx="562356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MySQL Query</a:t>
            </a:r>
            <a:endParaRPr lang="en-US" sz="1100" dirty="0"/>
          </a:p>
        </p:txBody>
      </p:sp>
      <p:pic>
        <p:nvPicPr>
          <p:cNvPr id="11" name="Image 1" descr="/home/claude/docx_media/image2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17920" y="1261872"/>
            <a:ext cx="5623560" cy="22860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20040" y="3611880"/>
            <a:ext cx="562356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0040" y="3611880"/>
            <a:ext cx="562356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Python Output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17920" y="3611880"/>
            <a:ext cx="562356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217920" y="3611880"/>
            <a:ext cx="562356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MySQL Output</a:t>
            </a:r>
            <a:endParaRPr lang="en-US" sz="1000" dirty="0"/>
          </a:p>
        </p:txBody>
      </p:sp>
      <p:pic>
        <p:nvPicPr>
          <p:cNvPr id="17" name="Image 3" descr="/home/claude/docx_media/image24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17920" y="3977640"/>
            <a:ext cx="5623560" cy="243829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0" y="6446520"/>
            <a:ext cx="12161520" cy="411480"/>
          </a:xfrm>
          <a:prstGeom prst="rect">
            <a:avLst/>
          </a:prstGeom>
          <a:solidFill>
            <a:srgbClr val="F48C06"/>
          </a:solidFill>
          <a:ln w="12700">
            <a:solidFill>
              <a:srgbClr val="F48C06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74320" y="6446520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Insight: Monthly trend shows high activity in early 2018 with gradual variation — useful for demand planning   |   📊 Visualization: Line Chart</a:t>
            </a:r>
            <a:endParaRPr lang="en-US" sz="1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4376DEA-2B97-28CF-B4D7-3DE4F31FE9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520" y="1261872"/>
            <a:ext cx="5593080" cy="231658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7E0861C-E7A8-AAD2-6A98-3C788E24B2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3962349"/>
            <a:ext cx="5623560" cy="245374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55448"/>
            <a:ext cx="1371600" cy="438912"/>
          </a:xfrm>
          <a:prstGeom prst="rect">
            <a:avLst/>
          </a:prstGeom>
          <a:solidFill>
            <a:srgbClr val="F48C06"/>
          </a:solidFill>
          <a:ln w="12700">
            <a:solidFill>
              <a:srgbClr val="F48C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5544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0" y="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Q7: Find the average number of products per order, grouped by customer city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5623560" cy="347472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68680"/>
            <a:ext cx="562356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Python Code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868680"/>
            <a:ext cx="5623560" cy="347472"/>
          </a:xfrm>
          <a:prstGeom prst="rect">
            <a:avLst/>
          </a:prstGeom>
          <a:solidFill>
            <a:srgbClr val="1C3F5E"/>
          </a:solidFill>
          <a:ln w="12700">
            <a:solidFill>
              <a:srgbClr val="1C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868680"/>
            <a:ext cx="562356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MySQL Query</a:t>
            </a:r>
            <a:endParaRPr lang="en-US" sz="1100" dirty="0"/>
          </a:p>
        </p:txBody>
      </p:sp>
      <p:pic>
        <p:nvPicPr>
          <p:cNvPr id="11" name="Image 1" descr="/home/claude/docx_media/image2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17920" y="1261872"/>
            <a:ext cx="5623560" cy="22860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20040" y="3611880"/>
            <a:ext cx="562356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0040" y="3611880"/>
            <a:ext cx="562356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Python Output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17920" y="3611880"/>
            <a:ext cx="562356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217920" y="3611880"/>
            <a:ext cx="562356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MySQL Output</a:t>
            </a:r>
            <a:endParaRPr lang="en-US" sz="1000" dirty="0"/>
          </a:p>
        </p:txBody>
      </p:sp>
      <p:pic>
        <p:nvPicPr>
          <p:cNvPr id="17" name="Image 3" descr="/home/claude/docx_media/image28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17920" y="3977640"/>
            <a:ext cx="5623560" cy="237744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0" y="6446520"/>
            <a:ext cx="12161520" cy="411480"/>
          </a:xfrm>
          <a:prstGeom prst="rect">
            <a:avLst/>
          </a:prstGeom>
          <a:solidFill>
            <a:srgbClr val="F48C06"/>
          </a:solidFill>
          <a:ln w="12700">
            <a:solidFill>
              <a:srgbClr val="F48C06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74320" y="6446520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Insight: Customers from certain cities tend to buy more products per order, indicating bulk purchasing behavior   |   📊 Visualization: Bar Chart</a:t>
            </a:r>
            <a:endParaRPr lang="en-US" sz="1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DEB31FE-7F48-96D6-B3F5-2C6A4DF3AE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39" y="1261873"/>
            <a:ext cx="5623559" cy="2286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CCAFDDE-B0B3-50FD-72EB-7D5621BDC5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38" y="3962193"/>
            <a:ext cx="5623559" cy="243860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55448"/>
            <a:ext cx="1371600" cy="438912"/>
          </a:xfrm>
          <a:prstGeom prst="rect">
            <a:avLst/>
          </a:prstGeom>
          <a:solidFill>
            <a:srgbClr val="F48C06"/>
          </a:solidFill>
          <a:ln w="12700">
            <a:solidFill>
              <a:srgbClr val="F48C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5544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0" y="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Q8: Calculate the percentage of total revenue contributed by each product category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5623560" cy="347472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68680"/>
            <a:ext cx="562356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Python Code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868680"/>
            <a:ext cx="5623560" cy="347472"/>
          </a:xfrm>
          <a:prstGeom prst="rect">
            <a:avLst/>
          </a:prstGeom>
          <a:solidFill>
            <a:srgbClr val="1C3F5E"/>
          </a:solidFill>
          <a:ln w="12700">
            <a:solidFill>
              <a:srgbClr val="1C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868680"/>
            <a:ext cx="562356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MySQL Query</a:t>
            </a:r>
            <a:endParaRPr lang="en-US" sz="1100" dirty="0"/>
          </a:p>
        </p:txBody>
      </p:sp>
      <p:pic>
        <p:nvPicPr>
          <p:cNvPr id="11" name="Image 1" descr="/home/claude/docx_media/image3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17920" y="1261872"/>
            <a:ext cx="5623560" cy="22860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20040" y="3611880"/>
            <a:ext cx="562356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0040" y="3611880"/>
            <a:ext cx="562356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Python Output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17920" y="3611880"/>
            <a:ext cx="562356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217920" y="3611880"/>
            <a:ext cx="562356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MySQL Output</a:t>
            </a:r>
            <a:endParaRPr lang="en-US" sz="1000" dirty="0"/>
          </a:p>
        </p:txBody>
      </p:sp>
      <p:pic>
        <p:nvPicPr>
          <p:cNvPr id="17" name="Image 3" descr="/home/claude/docx_media/image3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17920" y="3967132"/>
            <a:ext cx="5623560" cy="244417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0" y="6446520"/>
            <a:ext cx="12161520" cy="411480"/>
          </a:xfrm>
          <a:prstGeom prst="rect">
            <a:avLst/>
          </a:prstGeom>
          <a:solidFill>
            <a:srgbClr val="F48C06"/>
          </a:solidFill>
          <a:ln w="12700">
            <a:solidFill>
              <a:srgbClr val="F48C06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74320" y="6446520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Insight: A few categories dominate total revenue — Pareto principle applies with top categories driving majority of sales   |   📊 Visualization: Pie Chart</a:t>
            </a:r>
            <a:endParaRPr lang="en-US" sz="1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9B4BEE9-D053-66A6-F220-0B6830524B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261872"/>
            <a:ext cx="5623560" cy="2286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963CC3F-1358-808D-CE6A-9548E75177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3967132"/>
            <a:ext cx="5623560" cy="24441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55448"/>
            <a:ext cx="1371600" cy="438912"/>
          </a:xfrm>
          <a:prstGeom prst="rect">
            <a:avLst/>
          </a:prstGeom>
          <a:solidFill>
            <a:srgbClr val="F48C06"/>
          </a:solidFill>
          <a:ln w="12700">
            <a:solidFill>
              <a:srgbClr val="F48C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5544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0" y="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Q9: Identify the correlation between product price and the number of times a product has been purchased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5623560" cy="347472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68680"/>
            <a:ext cx="562356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Python Code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868680"/>
            <a:ext cx="5623560" cy="347472"/>
          </a:xfrm>
          <a:prstGeom prst="rect">
            <a:avLst/>
          </a:prstGeom>
          <a:solidFill>
            <a:srgbClr val="1C3F5E"/>
          </a:solidFill>
          <a:ln w="12700">
            <a:solidFill>
              <a:srgbClr val="1C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868680"/>
            <a:ext cx="562356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MySQL Query</a:t>
            </a:r>
            <a:endParaRPr lang="en-US" sz="1100" dirty="0"/>
          </a:p>
        </p:txBody>
      </p:sp>
      <p:pic>
        <p:nvPicPr>
          <p:cNvPr id="11" name="Image 1" descr="/home/claude/docx_media/image3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17920" y="1261872"/>
            <a:ext cx="5623560" cy="23042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20040" y="3611880"/>
            <a:ext cx="562356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0040" y="3611880"/>
            <a:ext cx="562356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Python Output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17920" y="3611880"/>
            <a:ext cx="562356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217920" y="3611880"/>
            <a:ext cx="562356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MySQL Output</a:t>
            </a:r>
            <a:endParaRPr lang="en-US" sz="1000" dirty="0"/>
          </a:p>
        </p:txBody>
      </p:sp>
      <p:pic>
        <p:nvPicPr>
          <p:cNvPr id="17" name="Image 3" descr="/home/claude/docx_media/image36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17920" y="3977640"/>
            <a:ext cx="5623560" cy="242316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0" y="6446520"/>
            <a:ext cx="12161520" cy="411480"/>
          </a:xfrm>
          <a:prstGeom prst="rect">
            <a:avLst/>
          </a:prstGeom>
          <a:solidFill>
            <a:srgbClr val="F48C06"/>
          </a:solidFill>
          <a:ln w="12700">
            <a:solidFill>
              <a:srgbClr val="F48C06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74320" y="6446520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Insight: Lower-priced products tend to be purchased more often — negative correlation between price and purchase frequency   |   📊 Visualization: Scatter Plot</a:t>
            </a:r>
            <a:endParaRPr lang="en-US" sz="1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E935A94-94EC-96BC-2891-ED8AB76F85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39" y="1241841"/>
            <a:ext cx="5623559" cy="232431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4962D8F-068A-A006-65D3-8CD51D4C6E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3968015"/>
            <a:ext cx="5623560" cy="24327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55448"/>
            <a:ext cx="1371600" cy="438912"/>
          </a:xfrm>
          <a:prstGeom prst="rect">
            <a:avLst/>
          </a:prstGeom>
          <a:solidFill>
            <a:srgbClr val="F48C06"/>
          </a:solidFill>
          <a:ln w="12700">
            <a:solidFill>
              <a:srgbClr val="F48C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5544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0" y="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Q10: Calculate the total revenue generated by each seller, and rank them by revenue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5623560" cy="347472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68680"/>
            <a:ext cx="562356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Python Code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868680"/>
            <a:ext cx="5623560" cy="347472"/>
          </a:xfrm>
          <a:prstGeom prst="rect">
            <a:avLst/>
          </a:prstGeom>
          <a:solidFill>
            <a:srgbClr val="1C3F5E"/>
          </a:solidFill>
          <a:ln w="12700">
            <a:solidFill>
              <a:srgbClr val="1C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868680"/>
            <a:ext cx="562356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MySQL Query</a:t>
            </a:r>
            <a:endParaRPr lang="en-US" sz="1100" dirty="0"/>
          </a:p>
        </p:txBody>
      </p:sp>
      <p:pic>
        <p:nvPicPr>
          <p:cNvPr id="11" name="Image 1" descr="/home/claude/docx_media/image3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17920" y="1261872"/>
            <a:ext cx="5623560" cy="23042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20040" y="3611880"/>
            <a:ext cx="562356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0040" y="3611880"/>
            <a:ext cx="562356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Python Output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17920" y="3611880"/>
            <a:ext cx="562356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217920" y="3611880"/>
            <a:ext cx="562356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MySQL Output</a:t>
            </a:r>
            <a:endParaRPr lang="en-US" sz="1000" dirty="0"/>
          </a:p>
        </p:txBody>
      </p:sp>
      <p:pic>
        <p:nvPicPr>
          <p:cNvPr id="17" name="Image 3" descr="/home/claude/docx_media/image4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17920" y="3977640"/>
            <a:ext cx="5623560" cy="237744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0" y="6446520"/>
            <a:ext cx="12161520" cy="411480"/>
          </a:xfrm>
          <a:prstGeom prst="rect">
            <a:avLst/>
          </a:prstGeom>
          <a:solidFill>
            <a:srgbClr val="F48C06"/>
          </a:solidFill>
          <a:ln w="12700">
            <a:solidFill>
              <a:srgbClr val="F48C06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74320" y="6446520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Insight: Top sellers generate disproportionately high revenue — focusing on retaining top sellers is critical   |   📊 Visualization: Horizontal Bar Chart</a:t>
            </a:r>
            <a:endParaRPr lang="en-US" sz="1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2BB10A7-B940-562E-91C3-3FBAFBB360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252728"/>
            <a:ext cx="5623560" cy="231343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8A9B6EB-F97A-63A2-8A45-3DB477E51C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3959352"/>
            <a:ext cx="5623560" cy="241401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55448"/>
            <a:ext cx="1371600" cy="43891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5544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0" y="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Q11: Calculate the moving average of order values for each customer over their order history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5623560" cy="347472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68680"/>
            <a:ext cx="562356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Python Code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868680"/>
            <a:ext cx="5623560" cy="347472"/>
          </a:xfrm>
          <a:prstGeom prst="rect">
            <a:avLst/>
          </a:prstGeom>
          <a:solidFill>
            <a:srgbClr val="1C3F5E"/>
          </a:solidFill>
          <a:ln w="12700">
            <a:solidFill>
              <a:srgbClr val="1C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868680"/>
            <a:ext cx="562356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MySQL Query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0040" y="3611880"/>
            <a:ext cx="562356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0040" y="3611880"/>
            <a:ext cx="562356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Python Output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17920" y="3611880"/>
            <a:ext cx="562356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217920" y="3611880"/>
            <a:ext cx="562356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MySQL Output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0" y="6446520"/>
            <a:ext cx="12161520" cy="411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74320" y="6446520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Insight: Moving averages smooth out fluctuations and reveal whether customers are increasing their spend over time   |   📊 Visualization: Line Chart</a:t>
            </a:r>
            <a:endParaRPr lang="en-US" sz="1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C6E03C8-FBE8-CC1E-20B2-EE2EF87D27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695" y="1546790"/>
            <a:ext cx="5325979" cy="151152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37A1211-D0C9-670E-6805-E8670E4500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3" y="3977640"/>
            <a:ext cx="5518482" cy="23774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20F0B12-C689-05A9-E4C0-9EA2825219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3976747"/>
            <a:ext cx="5623560" cy="242405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FE4C845-ACC2-77E1-EBE6-9914E015D7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268554"/>
            <a:ext cx="5623560" cy="229760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55448"/>
            <a:ext cx="1371600" cy="43891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5544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0" y="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Q12: Calculate the cumulative sales per month for each year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5623560" cy="347472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68680"/>
            <a:ext cx="562356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Python Code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868680"/>
            <a:ext cx="5623560" cy="347472"/>
          </a:xfrm>
          <a:prstGeom prst="rect">
            <a:avLst/>
          </a:prstGeom>
          <a:solidFill>
            <a:srgbClr val="1C3F5E"/>
          </a:solidFill>
          <a:ln w="12700">
            <a:solidFill>
              <a:srgbClr val="1C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868680"/>
            <a:ext cx="562356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MySQL Query</a:t>
            </a:r>
            <a:endParaRPr lang="en-US" sz="1100" dirty="0"/>
          </a:p>
        </p:txBody>
      </p:sp>
      <p:pic>
        <p:nvPicPr>
          <p:cNvPr id="10" name="Image 0" descr="/home/claude/docx_media/image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51872" y="1325880"/>
            <a:ext cx="5382928" cy="2188182"/>
          </a:xfrm>
          <a:prstGeom prst="rect">
            <a:avLst/>
          </a:prstGeom>
        </p:spPr>
      </p:pic>
      <p:pic>
        <p:nvPicPr>
          <p:cNvPr id="11" name="Image 1" descr="/home/claude/docx_media/image46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17920" y="4005163"/>
            <a:ext cx="5623560" cy="238937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20040" y="3611880"/>
            <a:ext cx="562356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0040" y="3611880"/>
            <a:ext cx="562356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Python Output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17920" y="3611880"/>
            <a:ext cx="562356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217920" y="3611880"/>
            <a:ext cx="562356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MySQL Output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0" y="6446520"/>
            <a:ext cx="12161520" cy="411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74320" y="6446520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Insight: Cumulative view shows steady growth trajectory — 2018 significantly outpaces 2017 in total revenue   |   📊 Visualization: Area Chart</a:t>
            </a:r>
            <a:endParaRPr lang="en-US" sz="1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8EB42A4-22B9-7DFD-5425-BCFB3DCE90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254534"/>
            <a:ext cx="5623560" cy="229791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3744594-4EF1-75C8-D182-EB165599AC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39" y="3957914"/>
            <a:ext cx="5623559" cy="243661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55448"/>
            <a:ext cx="1371600" cy="43891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5544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0" y="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Q13: Calculate the year-over-year growth rate of total sales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5623560" cy="347472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68680"/>
            <a:ext cx="562356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Python Code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868680"/>
            <a:ext cx="5623560" cy="347472"/>
          </a:xfrm>
          <a:prstGeom prst="rect">
            <a:avLst/>
          </a:prstGeom>
          <a:solidFill>
            <a:srgbClr val="1C3F5E"/>
          </a:solidFill>
          <a:ln w="12700">
            <a:solidFill>
              <a:srgbClr val="1C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868680"/>
            <a:ext cx="562356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MySQL Query</a:t>
            </a:r>
            <a:endParaRPr lang="en-US" sz="1100" dirty="0"/>
          </a:p>
        </p:txBody>
      </p:sp>
      <p:pic>
        <p:nvPicPr>
          <p:cNvPr id="10" name="Image 0" descr="/home/claude/docx_media/image4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67249" y="1261872"/>
            <a:ext cx="5574231" cy="23042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20040" y="3611880"/>
            <a:ext cx="562356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0040" y="3611880"/>
            <a:ext cx="562356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Python Output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17920" y="3611880"/>
            <a:ext cx="562356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217920" y="3611880"/>
            <a:ext cx="562356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MySQL Output</a:t>
            </a:r>
            <a:endParaRPr lang="en-US" sz="1000" dirty="0"/>
          </a:p>
        </p:txBody>
      </p:sp>
      <p:pic>
        <p:nvPicPr>
          <p:cNvPr id="16" name="Image 2" descr="/home/claude/docx_media/image51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17920" y="3950207"/>
            <a:ext cx="5623560" cy="2451811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0" y="6446520"/>
            <a:ext cx="12161520" cy="411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74320" y="6446520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Insight: Strong YoY growth confirms the ecommerce platform is expanding its market reach and customer spend   |   📊 Visualization: Line Chart</a:t>
            </a:r>
            <a:endParaRPr lang="en-US" sz="1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126E140-0287-BF05-C731-07BE2D0A72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255679"/>
            <a:ext cx="5623560" cy="231667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EFCD407-7991-C28E-7BEE-BF148AB0B9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3971447"/>
            <a:ext cx="5623560" cy="243057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55448"/>
            <a:ext cx="1371600" cy="43891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5544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0" y="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Q14: Calculate the retention rate — customers making another purchase within 6 months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5623560" cy="347472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68680"/>
            <a:ext cx="562356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Python Code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868680"/>
            <a:ext cx="5623560" cy="347472"/>
          </a:xfrm>
          <a:prstGeom prst="rect">
            <a:avLst/>
          </a:prstGeom>
          <a:solidFill>
            <a:srgbClr val="1C3F5E"/>
          </a:solidFill>
          <a:ln w="12700">
            <a:solidFill>
              <a:srgbClr val="1C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868680"/>
            <a:ext cx="562356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MySQL Query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0040" y="3611880"/>
            <a:ext cx="562356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0040" y="3611880"/>
            <a:ext cx="562356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Python Output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17920" y="3611880"/>
            <a:ext cx="562356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217920" y="3611880"/>
            <a:ext cx="562356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MySQL Output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0" y="6446520"/>
            <a:ext cx="12161520" cy="411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74320" y="6446520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Insight: Customer retention rate provides direct insight into loyalty — improving retention is more cost-effective than acquisition   |   📊 Visualization: Doughnut Chart</a:t>
            </a:r>
            <a:endParaRPr lang="en-US" sz="1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3501DA2-6F95-E211-CC03-DEEADB58D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972902"/>
            <a:ext cx="5623560" cy="241185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18440F6-44FD-3D38-390D-51E24D8046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4548" y="1239395"/>
            <a:ext cx="5478377" cy="23315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AA67738-DAC4-595F-A3FB-D48E458803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39" y="1239395"/>
            <a:ext cx="5623559" cy="233150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718B024-CB5E-2A6F-2F6C-CB4014CE26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39" y="3972901"/>
            <a:ext cx="5623558" cy="241185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55448"/>
            <a:ext cx="1371600" cy="43891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5544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0" y="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Q15: Identify the top 3 customers who spent the most money in each year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5623560" cy="347472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68680"/>
            <a:ext cx="562356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Python Code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868680"/>
            <a:ext cx="5623560" cy="347472"/>
          </a:xfrm>
          <a:prstGeom prst="rect">
            <a:avLst/>
          </a:prstGeom>
          <a:solidFill>
            <a:srgbClr val="1C3F5E"/>
          </a:solidFill>
          <a:ln w="12700">
            <a:solidFill>
              <a:srgbClr val="1C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868680"/>
            <a:ext cx="562356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MySQL Query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" y="3611880"/>
            <a:ext cx="562356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3611880"/>
            <a:ext cx="562356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Python Output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17920" y="3611880"/>
            <a:ext cx="562356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0" y="3611880"/>
            <a:ext cx="562356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MySQL Output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20040" y="3977640"/>
            <a:ext cx="5623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8AA"/>
                </a:solidFill>
              </a:rPr>
              <a:t>See Python output above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217920" y="3977640"/>
            <a:ext cx="5623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8AA"/>
                </a:solidFill>
              </a:rPr>
              <a:t>See MySQL output above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0" y="6446520"/>
            <a:ext cx="12161520" cy="411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6446520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Insight: High-value customers should be targeted with VIP loyalty programs to maximize lifetime customer value   |   📊 Visualization: Bar Chart</a:t>
            </a:r>
            <a:endParaRPr lang="en-US" sz="10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7233D57-9389-DDED-F9C5-0859FB95C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2" y="1242338"/>
            <a:ext cx="5593078" cy="234335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6C50C48-7A0E-8244-FDB4-ECAE663B5C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1" y="3958107"/>
            <a:ext cx="5623559" cy="248841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602E5DF-899F-C761-4FCC-58853F0155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259499"/>
            <a:ext cx="5623559" cy="230903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404C1F0-C9C2-178C-5325-10D1320D61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39" y="3989546"/>
            <a:ext cx="5623558" cy="241125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 USED</a:t>
            </a:r>
            <a:endParaRPr lang="en-US" sz="2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10881360" cy="512064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Customer Cities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Plot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comparison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 in 2017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 Chart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count trend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per 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Horizontal Bar Chart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Installment Orders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 Chart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distribution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 by 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 Chart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distribution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 per Month 2018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Chart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trend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Products per Order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 Chart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analysis by 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Contribution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 Chart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revenue share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vs Purchase 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Scatter Plot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Correlation detection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 Revenue Ranking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Horizontal Bar Chart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 performance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Moving Average Orders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Chart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 smoothing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Cumulative Sales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 Chart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tracking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YoY Growth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Chart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Year-over-year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Retention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Doughnut Chart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Loyalty tracking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Spending Customers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 Chart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spending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657600" cy="2377440"/>
          </a:xfrm>
          <a:prstGeom prst="rect">
            <a:avLst/>
          </a:prstGeom>
          <a:solidFill>
            <a:srgbClr val="243558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🏆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8C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Concentration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" y="2212848"/>
            <a:ext cx="34381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number of product categories contribute the majority of total revenue — aligning with the Pareto principle (80/20 rule)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51960" y="1005840"/>
            <a:ext cx="3657600" cy="2377440"/>
          </a:xfrm>
          <a:prstGeom prst="rect">
            <a:avLst/>
          </a:prstGeom>
          <a:solidFill>
            <a:srgbClr val="243558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51960" y="11887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📍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389120" y="182880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8C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Concentration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61688" y="2212848"/>
            <a:ext cx="34381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 and Rio de Janeiro account for the largest customer bases, suggesting targeted marketing campaigns for these regions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38160" y="1005840"/>
            <a:ext cx="3657600" cy="2377440"/>
          </a:xfrm>
          <a:prstGeom prst="rect">
            <a:avLst/>
          </a:prstGeom>
          <a:solidFill>
            <a:srgbClr val="243558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11887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📅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275320" y="182880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8C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Demand Patterns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47888" y="2212848"/>
            <a:ext cx="34381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fluctuations indicate seasonal demand cycles — valuable for inventory planning and promotional campaigns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566160"/>
            <a:ext cx="3657600" cy="2377440"/>
          </a:xfrm>
          <a:prstGeom prst="rect">
            <a:avLst/>
          </a:prstGeom>
          <a:solidFill>
            <a:srgbClr val="243558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7490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💳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02920" y="43891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8C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Installment Payment Preference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" y="4773168"/>
            <a:ext cx="34381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significant percentage of customers prefer installment payments, highlighting the importance of flexible payment options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51960" y="3566160"/>
            <a:ext cx="3657600" cy="2377440"/>
          </a:xfrm>
          <a:prstGeom prst="rect">
            <a:avLst/>
          </a:prstGeom>
          <a:solidFill>
            <a:srgbClr val="243558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1960" y="37490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389120" y="43891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8C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61688" y="4773168"/>
            <a:ext cx="34381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rate analysis shows that improving repeat purchase behavior within 6 months can significantly boost long-term revenue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138160" y="3566160"/>
            <a:ext cx="3657600" cy="2377440"/>
          </a:xfrm>
          <a:prstGeom prst="rect">
            <a:avLst/>
          </a:prstGeom>
          <a:solidFill>
            <a:srgbClr val="243558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0" y="37490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8275320" y="43891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8C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Performance Gap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47888" y="4773168"/>
            <a:ext cx="34381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sellers generate disproportionately high revenue — identifying and nurturing high-performing sellers is key to platform growth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640080" cy="640080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70432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🔌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88720" y="1097280"/>
            <a:ext cx="10607040" cy="9144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152144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MySQL–Python Integration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463040"/>
            <a:ext cx="10241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Configuring the mysql.connector library and handling authentication parameters was tricky initially, particularly for password encoding and host settings.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267712"/>
            <a:ext cx="640080" cy="640080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249424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⚖️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88720" y="2176272"/>
            <a:ext cx="10607040" cy="9144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2231136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SQL &amp; Python Outputs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542032"/>
            <a:ext cx="10241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that Python Pandas queries produced identical results to MySQL queries required careful alignment of JOIN logic and GROUP BY clauses.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346704"/>
            <a:ext cx="640080" cy="640080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28416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🪟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88720" y="3255264"/>
            <a:ext cx="10607040" cy="9144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331012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Window Functions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621024"/>
            <a:ext cx="10241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SQL concepts like ROW_NUMBER(), RANK(), and OVER() partitions required extra study and testing to implement correctly.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4425696"/>
            <a:ext cx="640080" cy="640080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407408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188720" y="4334256"/>
            <a:ext cx="10607040" cy="9144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1600" y="438912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Large Datasets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4700016"/>
            <a:ext cx="10241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all 7 CSV files simultaneously and running complex multi-table JOINs was memory-intensive, requiring optimization of queries and DataFrame operations.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5504688"/>
            <a:ext cx="640080" cy="640080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548640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188720" y="5413248"/>
            <a:ext cx="10607040" cy="9144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1600" y="5468112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Meaningful Visualizations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71600" y="5779008"/>
            <a:ext cx="10241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chart type for each query result and styling plots for clarity and business readability required iterative refinement.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successfully demonstrated end-to-end ecommerce data analysis using SQL and Python, bridging the gap between database management and data science workflows.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5577840" cy="19659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828800"/>
            <a:ext cx="201168" cy="196596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938528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2340864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implemented 15 SQL queries across three difficulty levels — Basic, Intermediate, and Advanced — covering aggregation, window functions, and subqueries.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577840" cy="19659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828800"/>
            <a:ext cx="201168" cy="196596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01968" y="1938528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Integration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01968" y="2340864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Seamlessly connected MySQL with Python using mysql.connector and replicated all SQL queries as Pandas DataFrames, confirming result consistency.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977640"/>
            <a:ext cx="5577840" cy="19659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977640"/>
            <a:ext cx="201168" cy="196596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4087368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" y="4489704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15 meaningful charts using Matplotlib — including bar charts, pie charts, scatter plots, line charts, and area charts — to communicate business insights visually.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09360" y="3977640"/>
            <a:ext cx="5577840" cy="19659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3977640"/>
            <a:ext cx="201168" cy="196596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01968" y="4087368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01968" y="4489704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actionable insights on customer geography, payment behavior, product revenue, seller performance, and customer retention rates.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PROJECT COMPLETED SUCCESSFULLY  🏆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029200" cy="5029200"/>
          </a:xfrm>
          <a:prstGeom prst="ellipse">
            <a:avLst/>
          </a:prstGeom>
          <a:solidFill>
            <a:srgbClr val="E85D04">
              <a:alpha val="15000"/>
            </a:srgbClr>
          </a:solidFill>
          <a:ln w="12700">
            <a:solidFill>
              <a:srgbClr val="E85D04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4114800"/>
            <a:ext cx="4114800" cy="4114800"/>
          </a:xfrm>
          <a:prstGeom prst="ellipse">
            <a:avLst/>
          </a:prstGeom>
          <a:solidFill>
            <a:srgbClr val="E85D04">
              <a:alpha val="15000"/>
            </a:srgbClr>
          </a:solidFill>
          <a:ln w="12700">
            <a:solidFill>
              <a:srgbClr val="E85D04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0" y="45720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🙏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71600" y="1554480"/>
            <a:ext cx="9418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kern="0" spc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828800" y="26974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time and attention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931920" y="3429000"/>
            <a:ext cx="4297680" cy="4572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370332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48C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Dataset Exploration: An SQL and Python Approach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4187952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Navigating the Future of Online Shopping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846320"/>
            <a:ext cx="3383280" cy="1371600"/>
          </a:xfrm>
          <a:prstGeom prst="rect">
            <a:avLst/>
          </a:prstGeom>
          <a:solidFill>
            <a:srgbClr val="243558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937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8C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5285232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Shivani Bhatt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0" y="4846320"/>
            <a:ext cx="3383280" cy="1371600"/>
          </a:xfrm>
          <a:prstGeom prst="rect">
            <a:avLst/>
          </a:prstGeom>
          <a:solidFill>
            <a:srgbClr val="243558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4937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8C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0" y="5285232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• Python • Pandas • Matplotlib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4846320"/>
            <a:ext cx="3383280" cy="1371600"/>
          </a:xfrm>
          <a:prstGeom prst="rect">
            <a:avLst/>
          </a:prstGeom>
          <a:solidFill>
            <a:srgbClr val="243558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4937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8C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38160" y="5285232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SQL + Python Questions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1834</Words>
  <Application>Microsoft Office PowerPoint</Application>
  <PresentationFormat>Widescreen</PresentationFormat>
  <Paragraphs>347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Target Dataset Exploration: SQL and Python Approach</dc:title>
  <dc:subject>PptxGenJS Presentation</dc:subject>
  <dc:creator>Shivani Bhatt</dc:creator>
  <cp:lastModifiedBy>shibubhadd1994@outlook.com</cp:lastModifiedBy>
  <cp:revision>2</cp:revision>
  <dcterms:created xsi:type="dcterms:W3CDTF">2026-05-12T20:20:23Z</dcterms:created>
  <dcterms:modified xsi:type="dcterms:W3CDTF">2026-05-18T10:44:26Z</dcterms:modified>
</cp:coreProperties>
</file>